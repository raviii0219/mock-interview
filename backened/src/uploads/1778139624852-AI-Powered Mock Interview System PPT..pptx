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15794" y="2654922"/>
            <a:ext cx="10656411" cy="3492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350" b="0" i="0">
                <a:solidFill>
                  <a:srgbClr val="040D9A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1" i="0">
                <a:solidFill>
                  <a:srgbClr val="040D9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350" b="0" i="0">
                <a:solidFill>
                  <a:srgbClr val="040D9A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rgbClr val="040D9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350" b="0" i="0">
                <a:solidFill>
                  <a:srgbClr val="040D9A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873905" y="3051140"/>
            <a:ext cx="5635625" cy="6207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0" i="0">
                <a:solidFill>
                  <a:srgbClr val="040D9A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714471" y="3051140"/>
            <a:ext cx="5716269" cy="6207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0" i="0">
                <a:solidFill>
                  <a:srgbClr val="040D9A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350" b="0" i="0">
                <a:solidFill>
                  <a:srgbClr val="040D9A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3644599" cy="337419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645974" y="7042697"/>
            <a:ext cx="3642025" cy="3244302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729342" y="0"/>
            <a:ext cx="2558657" cy="337419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0" y="7042697"/>
            <a:ext cx="2556267" cy="324430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11217" y="953810"/>
            <a:ext cx="11465565" cy="1299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350" b="0" i="0">
                <a:solidFill>
                  <a:srgbClr val="040D9A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31300" y="2489165"/>
            <a:ext cx="7964169" cy="6769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1" i="0">
                <a:solidFill>
                  <a:srgbClr val="040D9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12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3" Type="http://schemas.openxmlformats.org/officeDocument/2006/relationships/image" Target="../media/image16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png"/><Relationship Id="rId3" Type="http://schemas.openxmlformats.org/officeDocument/2006/relationships/image" Target="../media/image20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57150" marR="5080" indent="-45085">
              <a:lnSpc>
                <a:spcPct val="116100"/>
              </a:lnSpc>
              <a:spcBef>
                <a:spcPts val="95"/>
              </a:spcBef>
            </a:pPr>
            <a:r>
              <a:rPr dirty="0" sz="9800" spc="-325">
                <a:latin typeface="Arial Black"/>
                <a:cs typeface="Arial Black"/>
              </a:rPr>
              <a:t>AI-</a:t>
            </a:r>
            <a:r>
              <a:rPr dirty="0" sz="9800" spc="-780">
                <a:latin typeface="Arial Black"/>
                <a:cs typeface="Arial Black"/>
              </a:rPr>
              <a:t>Powered</a:t>
            </a:r>
            <a:r>
              <a:rPr dirty="0" sz="9800" spc="-930">
                <a:latin typeface="Arial Black"/>
                <a:cs typeface="Arial Black"/>
              </a:rPr>
              <a:t> </a:t>
            </a:r>
            <a:r>
              <a:rPr dirty="0" sz="9800" spc="-800">
                <a:latin typeface="Arial Black"/>
                <a:cs typeface="Arial Black"/>
              </a:rPr>
              <a:t>Mock </a:t>
            </a:r>
            <a:r>
              <a:rPr dirty="0" sz="9800" spc="-625">
                <a:latin typeface="Arial Black"/>
                <a:cs typeface="Arial Black"/>
              </a:rPr>
              <a:t>Interview</a:t>
            </a:r>
            <a:r>
              <a:rPr dirty="0" sz="9800" spc="-940">
                <a:latin typeface="Arial Black"/>
                <a:cs typeface="Arial Black"/>
              </a:rPr>
              <a:t> </a:t>
            </a:r>
            <a:r>
              <a:rPr dirty="0" sz="9800" spc="-775">
                <a:latin typeface="Arial Black"/>
                <a:cs typeface="Arial Black"/>
              </a:rPr>
              <a:t>System</a:t>
            </a:r>
            <a:endParaRPr sz="98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20976" y="7230667"/>
            <a:ext cx="8046084" cy="1000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400" spc="-204">
                <a:solidFill>
                  <a:srgbClr val="040D9A"/>
                </a:solidFill>
                <a:latin typeface="Lucida Sans Unicode"/>
                <a:cs typeface="Lucida Sans Unicode"/>
              </a:rPr>
              <a:t>Team</a:t>
            </a:r>
            <a:r>
              <a:rPr dirty="0" sz="6400" spc="-445">
                <a:solidFill>
                  <a:srgbClr val="040D9A"/>
                </a:solidFill>
                <a:latin typeface="Lucida Sans Unicode"/>
                <a:cs typeface="Lucida Sans Unicode"/>
              </a:rPr>
              <a:t> </a:t>
            </a:r>
            <a:r>
              <a:rPr dirty="0" sz="6400" spc="50">
                <a:solidFill>
                  <a:srgbClr val="040D9A"/>
                </a:solidFill>
                <a:latin typeface="Lucida Sans Unicode"/>
                <a:cs typeface="Lucida Sans Unicode"/>
              </a:rPr>
              <a:t>Data</a:t>
            </a:r>
            <a:r>
              <a:rPr dirty="0" sz="6400" spc="-440">
                <a:solidFill>
                  <a:srgbClr val="040D9A"/>
                </a:solidFill>
                <a:latin typeface="Lucida Sans Unicode"/>
                <a:cs typeface="Lucida Sans Unicode"/>
              </a:rPr>
              <a:t> </a:t>
            </a:r>
            <a:r>
              <a:rPr dirty="0" sz="6400" spc="-10">
                <a:solidFill>
                  <a:srgbClr val="040D9A"/>
                </a:solidFill>
                <a:latin typeface="Lucida Sans Unicode"/>
                <a:cs typeface="Lucida Sans Unicode"/>
              </a:rPr>
              <a:t>Dynamos</a:t>
            </a:r>
            <a:endParaRPr sz="6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60178" y="4033156"/>
            <a:ext cx="6962774" cy="46481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975303" y="750623"/>
            <a:ext cx="6562090" cy="297815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10235" marR="5080" indent="-598170">
              <a:lnSpc>
                <a:spcPct val="115999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575"/>
              <a:t> </a:t>
            </a:r>
            <a:r>
              <a:rPr dirty="0" spc="-90"/>
              <a:t>Problem </a:t>
            </a:r>
            <a:r>
              <a:rPr dirty="0" spc="-114"/>
              <a:t>Statement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706852" y="3761681"/>
            <a:ext cx="6299200" cy="50831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7100"/>
              </a:lnSpc>
              <a:spcBef>
                <a:spcPts val="95"/>
              </a:spcBef>
            </a:pPr>
            <a:r>
              <a:rPr dirty="0" sz="3150" spc="130">
                <a:solidFill>
                  <a:srgbClr val="040D9A"/>
                </a:solidFill>
                <a:latin typeface="Arial MT"/>
                <a:cs typeface="Arial MT"/>
              </a:rPr>
              <a:t>Students</a:t>
            </a:r>
            <a:r>
              <a:rPr dirty="0" sz="3150" spc="-75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190">
                <a:solidFill>
                  <a:srgbClr val="040D9A"/>
                </a:solidFill>
                <a:latin typeface="Arial MT"/>
                <a:cs typeface="Arial MT"/>
              </a:rPr>
              <a:t>often</a:t>
            </a:r>
            <a:r>
              <a:rPr dirty="0" sz="3150" spc="-75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65">
                <a:solidFill>
                  <a:srgbClr val="040D9A"/>
                </a:solidFill>
                <a:latin typeface="Arial MT"/>
                <a:cs typeface="Arial MT"/>
              </a:rPr>
              <a:t>do</a:t>
            </a:r>
            <a:r>
              <a:rPr dirty="0" sz="3150" spc="-75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200">
                <a:solidFill>
                  <a:srgbClr val="040D9A"/>
                </a:solidFill>
                <a:latin typeface="Arial MT"/>
                <a:cs typeface="Arial MT"/>
              </a:rPr>
              <a:t>not</a:t>
            </a:r>
            <a:r>
              <a:rPr dirty="0" sz="3150" spc="-75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90">
                <a:solidFill>
                  <a:srgbClr val="040D9A"/>
                </a:solidFill>
                <a:latin typeface="Arial MT"/>
                <a:cs typeface="Arial MT"/>
              </a:rPr>
              <a:t>receive enough</a:t>
            </a:r>
            <a:r>
              <a:rPr dirty="0" sz="3150" spc="-80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60">
                <a:solidFill>
                  <a:srgbClr val="040D9A"/>
                </a:solidFill>
                <a:latin typeface="Arial MT"/>
                <a:cs typeface="Arial MT"/>
              </a:rPr>
              <a:t>exposure</a:t>
            </a:r>
            <a:r>
              <a:rPr dirty="0" sz="3150" spc="-75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229">
                <a:solidFill>
                  <a:srgbClr val="040D9A"/>
                </a:solidFill>
                <a:latin typeface="Arial MT"/>
                <a:cs typeface="Arial MT"/>
              </a:rPr>
              <a:t>to</a:t>
            </a:r>
            <a:r>
              <a:rPr dirty="0" sz="3150" spc="-80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130">
                <a:solidFill>
                  <a:srgbClr val="040D9A"/>
                </a:solidFill>
                <a:latin typeface="Arial MT"/>
                <a:cs typeface="Arial MT"/>
              </a:rPr>
              <a:t>real </a:t>
            </a:r>
            <a:r>
              <a:rPr dirty="0" sz="3150" spc="165">
                <a:solidFill>
                  <a:srgbClr val="040D9A"/>
                </a:solidFill>
                <a:latin typeface="Arial MT"/>
                <a:cs typeface="Arial MT"/>
              </a:rPr>
              <a:t>interview</a:t>
            </a:r>
            <a:r>
              <a:rPr dirty="0" sz="3150" spc="-60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130">
                <a:solidFill>
                  <a:srgbClr val="040D9A"/>
                </a:solidFill>
                <a:latin typeface="Arial MT"/>
                <a:cs typeface="Arial MT"/>
              </a:rPr>
              <a:t>environments</a:t>
            </a:r>
            <a:r>
              <a:rPr dirty="0" sz="3150" spc="-55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90">
                <a:solidFill>
                  <a:srgbClr val="040D9A"/>
                </a:solidFill>
                <a:latin typeface="Arial MT"/>
                <a:cs typeface="Arial MT"/>
              </a:rPr>
              <a:t>and</a:t>
            </a:r>
            <a:r>
              <a:rPr dirty="0" sz="3150" spc="-55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160">
                <a:solidFill>
                  <a:srgbClr val="040D9A"/>
                </a:solidFill>
                <a:latin typeface="Arial MT"/>
                <a:cs typeface="Arial MT"/>
              </a:rPr>
              <a:t>lack </a:t>
            </a:r>
            <a:r>
              <a:rPr dirty="0" sz="3150" spc="155">
                <a:solidFill>
                  <a:srgbClr val="040D9A"/>
                </a:solidFill>
                <a:latin typeface="Arial MT"/>
                <a:cs typeface="Arial MT"/>
              </a:rPr>
              <a:t>structured,</a:t>
            </a:r>
            <a:r>
              <a:rPr dirty="0" sz="3150" spc="-65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150">
                <a:solidFill>
                  <a:srgbClr val="040D9A"/>
                </a:solidFill>
                <a:latin typeface="Arial MT"/>
                <a:cs typeface="Arial MT"/>
              </a:rPr>
              <a:t>actionable</a:t>
            </a:r>
            <a:r>
              <a:rPr dirty="0" sz="3150" spc="-65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105">
                <a:solidFill>
                  <a:srgbClr val="040D9A"/>
                </a:solidFill>
                <a:latin typeface="Arial MT"/>
                <a:cs typeface="Arial MT"/>
              </a:rPr>
              <a:t>feedback </a:t>
            </a:r>
            <a:r>
              <a:rPr dirty="0" sz="3150" spc="90">
                <a:solidFill>
                  <a:srgbClr val="040D9A"/>
                </a:solidFill>
                <a:latin typeface="Arial MT"/>
                <a:cs typeface="Arial MT"/>
              </a:rPr>
              <a:t>on</a:t>
            </a:r>
            <a:r>
              <a:rPr dirty="0" sz="3150" spc="-80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190">
                <a:solidFill>
                  <a:srgbClr val="040D9A"/>
                </a:solidFill>
                <a:latin typeface="Arial MT"/>
                <a:cs typeface="Arial MT"/>
              </a:rPr>
              <a:t>their</a:t>
            </a:r>
            <a:r>
              <a:rPr dirty="0" sz="3150" spc="-80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125">
                <a:solidFill>
                  <a:srgbClr val="040D9A"/>
                </a:solidFill>
                <a:latin typeface="Arial MT"/>
                <a:cs typeface="Arial MT"/>
              </a:rPr>
              <a:t>performance,</a:t>
            </a:r>
            <a:r>
              <a:rPr dirty="0" sz="3150" spc="-80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150">
                <a:solidFill>
                  <a:srgbClr val="040D9A"/>
                </a:solidFill>
                <a:latin typeface="Arial MT"/>
                <a:cs typeface="Arial MT"/>
              </a:rPr>
              <a:t>which </a:t>
            </a:r>
            <a:r>
              <a:rPr dirty="0" sz="3150" spc="95">
                <a:solidFill>
                  <a:srgbClr val="040D9A"/>
                </a:solidFill>
                <a:latin typeface="Arial MT"/>
                <a:cs typeface="Arial MT"/>
              </a:rPr>
              <a:t>leads</a:t>
            </a:r>
            <a:r>
              <a:rPr dirty="0" sz="3150" spc="-85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229">
                <a:solidFill>
                  <a:srgbClr val="040D9A"/>
                </a:solidFill>
                <a:latin typeface="Arial MT"/>
                <a:cs typeface="Arial MT"/>
              </a:rPr>
              <a:t>to</a:t>
            </a:r>
            <a:r>
              <a:rPr dirty="0" sz="3150" spc="-80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204">
                <a:solidFill>
                  <a:srgbClr val="040D9A"/>
                </a:solidFill>
                <a:latin typeface="Arial MT"/>
                <a:cs typeface="Arial MT"/>
              </a:rPr>
              <a:t>low</a:t>
            </a:r>
            <a:r>
              <a:rPr dirty="0" sz="3150" spc="-80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125">
                <a:solidFill>
                  <a:srgbClr val="040D9A"/>
                </a:solidFill>
                <a:latin typeface="Arial MT"/>
                <a:cs typeface="Arial MT"/>
              </a:rPr>
              <a:t>confidence</a:t>
            </a:r>
            <a:r>
              <a:rPr dirty="0" sz="3150" spc="-80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90">
                <a:solidFill>
                  <a:srgbClr val="040D9A"/>
                </a:solidFill>
                <a:latin typeface="Arial MT"/>
                <a:cs typeface="Arial MT"/>
              </a:rPr>
              <a:t>and</a:t>
            </a:r>
            <a:r>
              <a:rPr dirty="0" sz="3150" spc="-85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65">
                <a:solidFill>
                  <a:srgbClr val="040D9A"/>
                </a:solidFill>
                <a:latin typeface="Arial MT"/>
                <a:cs typeface="Arial MT"/>
              </a:rPr>
              <a:t>poor </a:t>
            </a:r>
            <a:r>
              <a:rPr dirty="0" sz="3150" spc="130">
                <a:solidFill>
                  <a:srgbClr val="040D9A"/>
                </a:solidFill>
                <a:latin typeface="Arial MT"/>
                <a:cs typeface="Arial MT"/>
              </a:rPr>
              <a:t>preparation</a:t>
            </a:r>
            <a:r>
              <a:rPr dirty="0" sz="3150" spc="-80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130">
                <a:solidFill>
                  <a:srgbClr val="040D9A"/>
                </a:solidFill>
                <a:latin typeface="Arial MT"/>
                <a:cs typeface="Arial MT"/>
              </a:rPr>
              <a:t>during</a:t>
            </a:r>
            <a:r>
              <a:rPr dirty="0" sz="3150" spc="-75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175">
                <a:solidFill>
                  <a:srgbClr val="040D9A"/>
                </a:solidFill>
                <a:latin typeface="Arial MT"/>
                <a:cs typeface="Arial MT"/>
              </a:rPr>
              <a:t>actual </a:t>
            </a:r>
            <a:r>
              <a:rPr dirty="0" sz="3150" spc="160">
                <a:solidFill>
                  <a:srgbClr val="040D9A"/>
                </a:solidFill>
                <a:latin typeface="Arial MT"/>
                <a:cs typeface="Arial MT"/>
              </a:rPr>
              <a:t>placement</a:t>
            </a:r>
            <a:r>
              <a:rPr dirty="0" sz="3150" spc="-75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105">
                <a:solidFill>
                  <a:srgbClr val="040D9A"/>
                </a:solidFill>
                <a:latin typeface="Arial MT"/>
                <a:cs typeface="Arial MT"/>
              </a:rPr>
              <a:t>or</a:t>
            </a:r>
            <a:r>
              <a:rPr dirty="0" sz="3150" spc="-70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175">
                <a:solidFill>
                  <a:srgbClr val="040D9A"/>
                </a:solidFill>
                <a:latin typeface="Arial MT"/>
                <a:cs typeface="Arial MT"/>
              </a:rPr>
              <a:t>recruitment </a:t>
            </a:r>
            <a:r>
              <a:rPr dirty="0" sz="3150" spc="-10">
                <a:solidFill>
                  <a:srgbClr val="040D9A"/>
                </a:solidFill>
                <a:latin typeface="Arial MT"/>
                <a:cs typeface="Arial MT"/>
              </a:rPr>
              <a:t>processes.</a:t>
            </a:r>
            <a:endParaRPr sz="3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53652" y="2908377"/>
            <a:ext cx="5762624" cy="619124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339340">
              <a:lnSpc>
                <a:spcPct val="100000"/>
              </a:lnSpc>
              <a:spcBef>
                <a:spcPts val="105"/>
              </a:spcBef>
            </a:pPr>
            <a:r>
              <a:rPr dirty="0" spc="-105"/>
              <a:t>Our</a:t>
            </a:r>
            <a:r>
              <a:rPr dirty="0" spc="-620"/>
              <a:t> </a:t>
            </a:r>
            <a:r>
              <a:rPr dirty="0" spc="-120"/>
              <a:t>Solution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706852" y="2960735"/>
            <a:ext cx="6424295" cy="56451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440180">
              <a:lnSpc>
                <a:spcPct val="117100"/>
              </a:lnSpc>
              <a:spcBef>
                <a:spcPts val="95"/>
              </a:spcBef>
            </a:pPr>
            <a:r>
              <a:rPr dirty="0" sz="3150" spc="120">
                <a:solidFill>
                  <a:srgbClr val="040D9A"/>
                </a:solidFill>
                <a:latin typeface="Arial MT"/>
                <a:cs typeface="Arial MT"/>
              </a:rPr>
              <a:t>An</a:t>
            </a:r>
            <a:r>
              <a:rPr dirty="0" sz="3150" spc="-80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90">
                <a:solidFill>
                  <a:srgbClr val="040D9A"/>
                </a:solidFill>
                <a:latin typeface="Arial MT"/>
                <a:cs typeface="Arial MT"/>
              </a:rPr>
              <a:t>Advanced</a:t>
            </a:r>
            <a:r>
              <a:rPr dirty="0" sz="3150" spc="-75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490">
                <a:solidFill>
                  <a:srgbClr val="040D9A"/>
                </a:solidFill>
                <a:latin typeface="Arial MT"/>
                <a:cs typeface="Arial MT"/>
              </a:rPr>
              <a:t>AI-</a:t>
            </a:r>
            <a:r>
              <a:rPr dirty="0" sz="3150" spc="60">
                <a:solidFill>
                  <a:srgbClr val="040D9A"/>
                </a:solidFill>
                <a:latin typeface="Arial MT"/>
                <a:cs typeface="Arial MT"/>
              </a:rPr>
              <a:t>Powered </a:t>
            </a:r>
            <a:r>
              <a:rPr dirty="0" sz="3150" spc="240">
                <a:solidFill>
                  <a:srgbClr val="040D9A"/>
                </a:solidFill>
                <a:latin typeface="Arial MT"/>
                <a:cs typeface="Arial MT"/>
              </a:rPr>
              <a:t>Interview</a:t>
            </a:r>
            <a:r>
              <a:rPr dirty="0" sz="3150" spc="-75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180">
                <a:solidFill>
                  <a:srgbClr val="040D9A"/>
                </a:solidFill>
                <a:latin typeface="Arial MT"/>
                <a:cs typeface="Arial MT"/>
              </a:rPr>
              <a:t>Platform</a:t>
            </a:r>
            <a:endParaRPr sz="3150">
              <a:latin typeface="Arial MT"/>
              <a:cs typeface="Arial MT"/>
            </a:endParaRPr>
          </a:p>
          <a:p>
            <a:pPr marL="12700" marR="5080">
              <a:lnSpc>
                <a:spcPts val="4430"/>
              </a:lnSpc>
              <a:spcBef>
                <a:spcPts val="60"/>
              </a:spcBef>
            </a:pPr>
            <a:r>
              <a:rPr dirty="0" sz="3150" spc="100">
                <a:solidFill>
                  <a:srgbClr val="040D9A"/>
                </a:solidFill>
                <a:latin typeface="Arial MT"/>
                <a:cs typeface="Arial MT"/>
              </a:rPr>
              <a:t>We</a:t>
            </a:r>
            <a:r>
              <a:rPr dirty="0" sz="3150" spc="-70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170">
                <a:solidFill>
                  <a:srgbClr val="040D9A"/>
                </a:solidFill>
                <a:latin typeface="Arial MT"/>
                <a:cs typeface="Arial MT"/>
              </a:rPr>
              <a:t>simulate</a:t>
            </a:r>
            <a:r>
              <a:rPr dirty="0" sz="3150" spc="-70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150">
                <a:solidFill>
                  <a:srgbClr val="040D9A"/>
                </a:solidFill>
                <a:latin typeface="Arial MT"/>
                <a:cs typeface="Arial MT"/>
              </a:rPr>
              <a:t>real</a:t>
            </a:r>
            <a:r>
              <a:rPr dirty="0" sz="3150" spc="-70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155">
                <a:solidFill>
                  <a:srgbClr val="040D9A"/>
                </a:solidFill>
                <a:latin typeface="Arial MT"/>
                <a:cs typeface="Arial MT"/>
              </a:rPr>
              <a:t>interview </a:t>
            </a:r>
            <a:r>
              <a:rPr dirty="0" sz="3150" spc="70">
                <a:solidFill>
                  <a:srgbClr val="040D9A"/>
                </a:solidFill>
                <a:latin typeface="Arial MT"/>
                <a:cs typeface="Arial MT"/>
              </a:rPr>
              <a:t>scenarios</a:t>
            </a:r>
            <a:r>
              <a:rPr dirty="0" sz="3150" spc="-80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80">
                <a:solidFill>
                  <a:srgbClr val="040D9A"/>
                </a:solidFill>
                <a:latin typeface="Arial MT"/>
                <a:cs typeface="Arial MT"/>
              </a:rPr>
              <a:t>end</a:t>
            </a:r>
            <a:r>
              <a:rPr dirty="0" sz="3150" spc="-70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325">
                <a:solidFill>
                  <a:srgbClr val="040D9A"/>
                </a:solidFill>
                <a:latin typeface="Arial MT"/>
                <a:cs typeface="Arial MT"/>
              </a:rPr>
              <a:t>to-</a:t>
            </a:r>
            <a:r>
              <a:rPr dirty="0" sz="3150" spc="80">
                <a:solidFill>
                  <a:srgbClr val="040D9A"/>
                </a:solidFill>
                <a:latin typeface="Arial MT"/>
                <a:cs typeface="Arial MT"/>
              </a:rPr>
              <a:t>end</a:t>
            </a:r>
            <a:r>
              <a:rPr dirty="0" sz="3150" spc="-70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-1450">
                <a:solidFill>
                  <a:srgbClr val="040D9A"/>
                </a:solidFill>
                <a:latin typeface="Arial MT"/>
                <a:cs typeface="Arial MT"/>
              </a:rPr>
              <a:t>—</a:t>
            </a:r>
            <a:r>
              <a:rPr dirty="0" sz="3150" spc="-70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175">
                <a:solidFill>
                  <a:srgbClr val="040D9A"/>
                </a:solidFill>
                <a:latin typeface="Arial MT"/>
                <a:cs typeface="Arial MT"/>
              </a:rPr>
              <a:t>from </a:t>
            </a:r>
            <a:r>
              <a:rPr dirty="0" sz="3150" spc="135">
                <a:solidFill>
                  <a:srgbClr val="040D9A"/>
                </a:solidFill>
                <a:latin typeface="Arial MT"/>
                <a:cs typeface="Arial MT"/>
              </a:rPr>
              <a:t>dynamic</a:t>
            </a:r>
            <a:r>
              <a:rPr dirty="0" sz="3150" spc="-70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125">
                <a:solidFill>
                  <a:srgbClr val="040D9A"/>
                </a:solidFill>
                <a:latin typeface="Arial MT"/>
                <a:cs typeface="Arial MT"/>
              </a:rPr>
              <a:t>question</a:t>
            </a:r>
            <a:r>
              <a:rPr dirty="0" sz="3150" spc="-65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114">
                <a:solidFill>
                  <a:srgbClr val="040D9A"/>
                </a:solidFill>
                <a:latin typeface="Arial MT"/>
                <a:cs typeface="Arial MT"/>
              </a:rPr>
              <a:t>generation </a:t>
            </a:r>
            <a:r>
              <a:rPr dirty="0" sz="3150">
                <a:solidFill>
                  <a:srgbClr val="040D9A"/>
                </a:solidFill>
                <a:latin typeface="Arial MT"/>
                <a:cs typeface="Arial MT"/>
              </a:rPr>
              <a:t>based</a:t>
            </a:r>
            <a:r>
              <a:rPr dirty="0" sz="3150" spc="-35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90">
                <a:solidFill>
                  <a:srgbClr val="040D9A"/>
                </a:solidFill>
                <a:latin typeface="Arial MT"/>
                <a:cs typeface="Arial MT"/>
              </a:rPr>
              <a:t>on</a:t>
            </a:r>
            <a:r>
              <a:rPr dirty="0" sz="3150" spc="-30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50">
                <a:solidFill>
                  <a:srgbClr val="040D9A"/>
                </a:solidFill>
                <a:latin typeface="Arial MT"/>
                <a:cs typeface="Arial MT"/>
              </a:rPr>
              <a:t>a</a:t>
            </a:r>
            <a:r>
              <a:rPr dirty="0" sz="3150" spc="-30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204">
                <a:solidFill>
                  <a:srgbClr val="040D9A"/>
                </a:solidFill>
                <a:latin typeface="Arial MT"/>
                <a:cs typeface="Arial MT"/>
              </a:rPr>
              <a:t>student's</a:t>
            </a:r>
            <a:r>
              <a:rPr dirty="0" sz="3150" spc="-35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90">
                <a:solidFill>
                  <a:srgbClr val="040D9A"/>
                </a:solidFill>
                <a:latin typeface="Arial MT"/>
                <a:cs typeface="Arial MT"/>
              </a:rPr>
              <a:t>resume</a:t>
            </a:r>
            <a:r>
              <a:rPr dirty="0" sz="3150" spc="-30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80">
                <a:solidFill>
                  <a:srgbClr val="040D9A"/>
                </a:solidFill>
                <a:latin typeface="Arial MT"/>
                <a:cs typeface="Arial MT"/>
              </a:rPr>
              <a:t>or </a:t>
            </a:r>
            <a:r>
              <a:rPr dirty="0" sz="3150" spc="190">
                <a:solidFill>
                  <a:srgbClr val="040D9A"/>
                </a:solidFill>
                <a:latin typeface="Arial MT"/>
                <a:cs typeface="Arial MT"/>
              </a:rPr>
              <a:t>target</a:t>
            </a:r>
            <a:r>
              <a:rPr dirty="0" sz="3150" spc="-80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140">
                <a:solidFill>
                  <a:srgbClr val="040D9A"/>
                </a:solidFill>
                <a:latin typeface="Arial MT"/>
                <a:cs typeface="Arial MT"/>
              </a:rPr>
              <a:t>role,</a:t>
            </a:r>
            <a:r>
              <a:rPr dirty="0" sz="3150" spc="-75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229">
                <a:solidFill>
                  <a:srgbClr val="040D9A"/>
                </a:solidFill>
                <a:latin typeface="Arial MT"/>
                <a:cs typeface="Arial MT"/>
              </a:rPr>
              <a:t>to</a:t>
            </a:r>
            <a:r>
              <a:rPr dirty="0" sz="3150" spc="-75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204">
                <a:solidFill>
                  <a:srgbClr val="040D9A"/>
                </a:solidFill>
                <a:latin typeface="Arial MT"/>
                <a:cs typeface="Arial MT"/>
              </a:rPr>
              <a:t>intelligent </a:t>
            </a:r>
            <a:r>
              <a:rPr dirty="0" sz="3150" spc="45">
                <a:solidFill>
                  <a:srgbClr val="040D9A"/>
                </a:solidFill>
                <a:latin typeface="Arial MT"/>
                <a:cs typeface="Arial MT"/>
              </a:rPr>
              <a:t>response</a:t>
            </a:r>
            <a:r>
              <a:rPr dirty="0" sz="3150" spc="-75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155">
                <a:solidFill>
                  <a:srgbClr val="040D9A"/>
                </a:solidFill>
                <a:latin typeface="Arial MT"/>
                <a:cs typeface="Arial MT"/>
              </a:rPr>
              <a:t>evaluation</a:t>
            </a:r>
            <a:r>
              <a:rPr dirty="0" sz="3150" spc="-65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65">
                <a:solidFill>
                  <a:srgbClr val="040D9A"/>
                </a:solidFill>
                <a:latin typeface="Arial MT"/>
                <a:cs typeface="Arial MT"/>
              </a:rPr>
              <a:t>and</a:t>
            </a:r>
            <a:r>
              <a:rPr dirty="0" sz="3150" spc="785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150">
                <a:solidFill>
                  <a:srgbClr val="040D9A"/>
                </a:solidFill>
                <a:latin typeface="Arial MT"/>
                <a:cs typeface="Arial MT"/>
              </a:rPr>
              <a:t>detailed,</a:t>
            </a:r>
            <a:r>
              <a:rPr dirty="0" sz="3150" spc="-60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90">
                <a:solidFill>
                  <a:srgbClr val="040D9A"/>
                </a:solidFill>
                <a:latin typeface="Arial MT"/>
                <a:cs typeface="Arial MT"/>
              </a:rPr>
              <a:t>personalised</a:t>
            </a:r>
            <a:r>
              <a:rPr dirty="0" sz="3150" spc="-60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114">
                <a:solidFill>
                  <a:srgbClr val="040D9A"/>
                </a:solidFill>
                <a:latin typeface="Arial MT"/>
                <a:cs typeface="Arial MT"/>
              </a:rPr>
              <a:t>feedback</a:t>
            </a:r>
            <a:r>
              <a:rPr dirty="0" sz="3150" spc="-60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-1500">
                <a:solidFill>
                  <a:srgbClr val="040D9A"/>
                </a:solidFill>
                <a:latin typeface="Arial MT"/>
                <a:cs typeface="Arial MT"/>
              </a:rPr>
              <a:t>—</a:t>
            </a:r>
            <a:r>
              <a:rPr dirty="0" sz="3150" spc="260">
                <a:solidFill>
                  <a:srgbClr val="040D9A"/>
                </a:solidFill>
                <a:latin typeface="Arial MT"/>
                <a:cs typeface="Arial MT"/>
              </a:rPr>
              <a:t> all</a:t>
            </a:r>
            <a:r>
              <a:rPr dirty="0" sz="3150" spc="-75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175">
                <a:solidFill>
                  <a:srgbClr val="040D9A"/>
                </a:solidFill>
                <a:latin typeface="Arial MT"/>
                <a:cs typeface="Arial MT"/>
              </a:rPr>
              <a:t>in</a:t>
            </a:r>
            <a:r>
              <a:rPr dirty="0" sz="3150" spc="-75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70">
                <a:solidFill>
                  <a:srgbClr val="040D9A"/>
                </a:solidFill>
                <a:latin typeface="Arial MT"/>
                <a:cs typeface="Arial MT"/>
              </a:rPr>
              <a:t>one</a:t>
            </a:r>
            <a:r>
              <a:rPr dirty="0" sz="3150" spc="-70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65">
                <a:solidFill>
                  <a:srgbClr val="040D9A"/>
                </a:solidFill>
                <a:latin typeface="Arial MT"/>
                <a:cs typeface="Arial MT"/>
              </a:rPr>
              <a:t>seamless</a:t>
            </a:r>
            <a:r>
              <a:rPr dirty="0" sz="3150" spc="-75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75">
                <a:solidFill>
                  <a:srgbClr val="040D9A"/>
                </a:solidFill>
                <a:latin typeface="Arial MT"/>
                <a:cs typeface="Arial MT"/>
              </a:rPr>
              <a:t>experience.</a:t>
            </a:r>
            <a:endParaRPr sz="3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463800">
              <a:lnSpc>
                <a:spcPct val="100000"/>
              </a:lnSpc>
              <a:spcBef>
                <a:spcPts val="105"/>
              </a:spcBef>
            </a:pPr>
            <a:r>
              <a:rPr dirty="0" spc="-345"/>
              <a:t>Key</a:t>
            </a:r>
            <a:r>
              <a:rPr dirty="0" spc="-265"/>
              <a:t> </a:t>
            </a:r>
            <a:r>
              <a:rPr dirty="0" spc="-300"/>
              <a:t>Features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666750">
              <a:lnSpc>
                <a:spcPct val="117100"/>
              </a:lnSpc>
              <a:spcBef>
                <a:spcPts val="95"/>
              </a:spcBef>
            </a:pPr>
            <a:r>
              <a:rPr dirty="0" spc="135" b="1">
                <a:latin typeface="Trebuchet MS"/>
                <a:cs typeface="Trebuchet MS"/>
              </a:rPr>
              <a:t>Resume-</a:t>
            </a:r>
            <a:r>
              <a:rPr dirty="0" spc="120" b="1">
                <a:latin typeface="Trebuchet MS"/>
                <a:cs typeface="Trebuchet MS"/>
              </a:rPr>
              <a:t>Based</a:t>
            </a:r>
            <a:r>
              <a:rPr dirty="0" spc="-130" b="1">
                <a:latin typeface="Trebuchet MS"/>
                <a:cs typeface="Trebuchet MS"/>
              </a:rPr>
              <a:t> </a:t>
            </a:r>
            <a:r>
              <a:rPr dirty="0" spc="55" b="1">
                <a:latin typeface="Trebuchet MS"/>
                <a:cs typeface="Trebuchet MS"/>
              </a:rPr>
              <a:t>Questions </a:t>
            </a:r>
            <a:r>
              <a:rPr dirty="0" spc="480"/>
              <a:t>AI</a:t>
            </a:r>
            <a:r>
              <a:rPr dirty="0" spc="-10"/>
              <a:t> </a:t>
            </a:r>
            <a:r>
              <a:rPr dirty="0"/>
              <a:t>parses</a:t>
            </a:r>
            <a:r>
              <a:rPr dirty="0" spc="-10"/>
              <a:t> </a:t>
            </a:r>
            <a:r>
              <a:rPr dirty="0" spc="195"/>
              <a:t>the</a:t>
            </a:r>
            <a:r>
              <a:rPr dirty="0" spc="-10"/>
              <a:t> </a:t>
            </a:r>
            <a:r>
              <a:rPr dirty="0" spc="195"/>
              <a:t>student's </a:t>
            </a:r>
            <a:r>
              <a:rPr dirty="0" spc="90"/>
              <a:t>resume</a:t>
            </a:r>
            <a:r>
              <a:rPr dirty="0" spc="-85"/>
              <a:t> </a:t>
            </a:r>
            <a:r>
              <a:rPr dirty="0" spc="90"/>
              <a:t>and</a:t>
            </a:r>
            <a:r>
              <a:rPr dirty="0" spc="-85"/>
              <a:t> </a:t>
            </a:r>
            <a:r>
              <a:rPr dirty="0" spc="160"/>
              <a:t>dynamically </a:t>
            </a:r>
            <a:r>
              <a:rPr dirty="0" spc="95"/>
              <a:t>generates</a:t>
            </a:r>
            <a:r>
              <a:rPr dirty="0" spc="-75"/>
              <a:t> </a:t>
            </a:r>
            <a:r>
              <a:rPr dirty="0" spc="150"/>
              <a:t>role</a:t>
            </a:r>
            <a:r>
              <a:rPr dirty="0" spc="-75"/>
              <a:t> </a:t>
            </a:r>
            <a:r>
              <a:rPr dirty="0" spc="120"/>
              <a:t>specific, </a:t>
            </a:r>
            <a:r>
              <a:rPr dirty="0" spc="175"/>
              <a:t>contextual</a:t>
            </a:r>
            <a:r>
              <a:rPr dirty="0" spc="-80"/>
              <a:t> </a:t>
            </a:r>
            <a:r>
              <a:rPr dirty="0" spc="155"/>
              <a:t>interview </a:t>
            </a:r>
            <a:r>
              <a:rPr dirty="0" spc="90"/>
              <a:t>questions.</a:t>
            </a:r>
          </a:p>
          <a:p>
            <a:pPr>
              <a:lnSpc>
                <a:spcPct val="100000"/>
              </a:lnSpc>
              <a:spcBef>
                <a:spcPts val="1445"/>
              </a:spcBef>
            </a:pPr>
          </a:p>
          <a:p>
            <a:pPr marL="12700">
              <a:lnSpc>
                <a:spcPct val="100000"/>
              </a:lnSpc>
            </a:pPr>
            <a:r>
              <a:rPr dirty="0" spc="80" b="1">
                <a:latin typeface="Trebuchet MS"/>
                <a:cs typeface="Trebuchet MS"/>
              </a:rPr>
              <a:t>Response</a:t>
            </a:r>
            <a:r>
              <a:rPr dirty="0" spc="-120" b="1">
                <a:latin typeface="Trebuchet MS"/>
                <a:cs typeface="Trebuchet MS"/>
              </a:rPr>
              <a:t> </a:t>
            </a:r>
            <a:r>
              <a:rPr dirty="0" spc="65" b="1">
                <a:latin typeface="Trebuchet MS"/>
                <a:cs typeface="Trebuchet MS"/>
              </a:rPr>
              <a:t>Evaluation</a:t>
            </a:r>
          </a:p>
          <a:p>
            <a:pPr marL="12700" marR="5080">
              <a:lnSpc>
                <a:spcPts val="4420"/>
              </a:lnSpc>
              <a:spcBef>
                <a:spcPts val="120"/>
              </a:spcBef>
            </a:pPr>
            <a:r>
              <a:rPr dirty="0" spc="480"/>
              <a:t>AI</a:t>
            </a:r>
            <a:r>
              <a:rPr dirty="0" spc="-70"/>
              <a:t> </a:t>
            </a:r>
            <a:r>
              <a:rPr dirty="0" spc="125"/>
              <a:t>evaluates</a:t>
            </a:r>
            <a:r>
              <a:rPr dirty="0" spc="-70"/>
              <a:t> </a:t>
            </a:r>
            <a:r>
              <a:rPr dirty="0" spc="65"/>
              <a:t>answers</a:t>
            </a:r>
            <a:r>
              <a:rPr dirty="0" spc="-70"/>
              <a:t> </a:t>
            </a:r>
            <a:r>
              <a:rPr dirty="0" spc="65"/>
              <a:t>on </a:t>
            </a:r>
            <a:r>
              <a:rPr dirty="0" spc="195"/>
              <a:t>clarity,</a:t>
            </a:r>
            <a:r>
              <a:rPr dirty="0" spc="-75"/>
              <a:t> </a:t>
            </a:r>
            <a:r>
              <a:rPr dirty="0" spc="114"/>
              <a:t>relevance,</a:t>
            </a:r>
            <a:r>
              <a:rPr dirty="0" spc="-70"/>
              <a:t> </a:t>
            </a:r>
            <a:r>
              <a:rPr dirty="0" spc="140"/>
              <a:t>depth,</a:t>
            </a:r>
            <a:r>
              <a:rPr dirty="0" spc="-70"/>
              <a:t> </a:t>
            </a:r>
            <a:r>
              <a:rPr dirty="0" spc="65"/>
              <a:t>and </a:t>
            </a:r>
            <a:r>
              <a:rPr dirty="0" spc="160"/>
              <a:t>communication</a:t>
            </a:r>
            <a:r>
              <a:rPr dirty="0" spc="-70"/>
              <a:t> </a:t>
            </a:r>
            <a:r>
              <a:rPr dirty="0" spc="175"/>
              <a:t>quality.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3975">
              <a:lnSpc>
                <a:spcPct val="117100"/>
              </a:lnSpc>
              <a:spcBef>
                <a:spcPts val="95"/>
              </a:spcBef>
            </a:pPr>
            <a:r>
              <a:rPr dirty="0" spc="180" b="1">
                <a:latin typeface="Trebuchet MS"/>
                <a:cs typeface="Trebuchet MS"/>
              </a:rPr>
              <a:t>Real-</a:t>
            </a:r>
            <a:r>
              <a:rPr dirty="0" b="1">
                <a:latin typeface="Trebuchet MS"/>
                <a:cs typeface="Trebuchet MS"/>
              </a:rPr>
              <a:t>Time</a:t>
            </a:r>
            <a:r>
              <a:rPr dirty="0" spc="-140" b="1">
                <a:latin typeface="Trebuchet MS"/>
                <a:cs typeface="Trebuchet MS"/>
              </a:rPr>
              <a:t> </a:t>
            </a:r>
            <a:r>
              <a:rPr dirty="0" spc="80" b="1">
                <a:latin typeface="Trebuchet MS"/>
                <a:cs typeface="Trebuchet MS"/>
              </a:rPr>
              <a:t>Simulation </a:t>
            </a:r>
            <a:r>
              <a:rPr dirty="0" spc="140"/>
              <a:t>Simulates</a:t>
            </a:r>
            <a:r>
              <a:rPr dirty="0" spc="-75"/>
              <a:t> </a:t>
            </a:r>
            <a:r>
              <a:rPr dirty="0" spc="50"/>
              <a:t>a</a:t>
            </a:r>
            <a:r>
              <a:rPr dirty="0" spc="-75"/>
              <a:t> </a:t>
            </a:r>
            <a:r>
              <a:rPr dirty="0" spc="180"/>
              <a:t>live</a:t>
            </a:r>
            <a:r>
              <a:rPr dirty="0" spc="-70"/>
              <a:t> </a:t>
            </a:r>
            <a:r>
              <a:rPr dirty="0" spc="155"/>
              <a:t>interview </a:t>
            </a:r>
            <a:r>
              <a:rPr dirty="0" spc="150"/>
              <a:t>environment</a:t>
            </a:r>
            <a:r>
              <a:rPr dirty="0" spc="-80"/>
              <a:t> </a:t>
            </a:r>
            <a:r>
              <a:rPr dirty="0" spc="240"/>
              <a:t>with</a:t>
            </a:r>
            <a:r>
              <a:rPr dirty="0" spc="-75"/>
              <a:t> </a:t>
            </a:r>
            <a:r>
              <a:rPr dirty="0" spc="175"/>
              <a:t>timed </a:t>
            </a:r>
            <a:r>
              <a:rPr dirty="0"/>
              <a:t>responses</a:t>
            </a:r>
            <a:r>
              <a:rPr dirty="0" spc="80"/>
              <a:t> </a:t>
            </a:r>
            <a:r>
              <a:rPr dirty="0" spc="90"/>
              <a:t>and</a:t>
            </a:r>
            <a:r>
              <a:rPr dirty="0" spc="85"/>
              <a:t> </a:t>
            </a:r>
            <a:r>
              <a:rPr dirty="0" spc="120"/>
              <a:t>conversational </a:t>
            </a:r>
            <a:r>
              <a:rPr dirty="0" spc="480"/>
              <a:t>AI</a:t>
            </a:r>
            <a:r>
              <a:rPr dirty="0" spc="-80"/>
              <a:t> </a:t>
            </a:r>
            <a:r>
              <a:rPr dirty="0" spc="155"/>
              <a:t>interaction.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</a:p>
          <a:p>
            <a:pPr marL="12700" marR="5080">
              <a:lnSpc>
                <a:spcPct val="117100"/>
              </a:lnSpc>
            </a:pPr>
            <a:r>
              <a:rPr dirty="0" spc="60" b="1">
                <a:latin typeface="Trebuchet MS"/>
                <a:cs typeface="Trebuchet MS"/>
              </a:rPr>
              <a:t>Detailed</a:t>
            </a:r>
            <a:r>
              <a:rPr dirty="0" spc="-135" b="1">
                <a:latin typeface="Trebuchet MS"/>
                <a:cs typeface="Trebuchet MS"/>
              </a:rPr>
              <a:t> </a:t>
            </a:r>
            <a:r>
              <a:rPr dirty="0" spc="-10" b="1">
                <a:latin typeface="Trebuchet MS"/>
                <a:cs typeface="Trebuchet MS"/>
              </a:rPr>
              <a:t>Feedback </a:t>
            </a:r>
            <a:r>
              <a:rPr dirty="0" spc="150"/>
              <a:t>Actionable,</a:t>
            </a:r>
            <a:r>
              <a:rPr dirty="0" spc="-50"/>
              <a:t> </a:t>
            </a:r>
            <a:r>
              <a:rPr dirty="0" spc="150"/>
              <a:t>structured </a:t>
            </a:r>
            <a:r>
              <a:rPr dirty="0" spc="114"/>
              <a:t>feedback</a:t>
            </a:r>
            <a:r>
              <a:rPr dirty="0" spc="-50"/>
              <a:t> </a:t>
            </a:r>
            <a:r>
              <a:rPr dirty="0" spc="165"/>
              <a:t>highlights</a:t>
            </a:r>
            <a:r>
              <a:rPr dirty="0" spc="-50"/>
              <a:t> </a:t>
            </a:r>
            <a:r>
              <a:rPr dirty="0" spc="125"/>
              <a:t>strengths </a:t>
            </a:r>
            <a:r>
              <a:rPr dirty="0" spc="90"/>
              <a:t>and</a:t>
            </a:r>
            <a:r>
              <a:rPr dirty="0" spc="-5"/>
              <a:t> </a:t>
            </a:r>
            <a:r>
              <a:rPr dirty="0"/>
              <a:t>areas </a:t>
            </a:r>
            <a:r>
              <a:rPr dirty="0" spc="180"/>
              <a:t>for</a:t>
            </a:r>
            <a:r>
              <a:rPr dirty="0"/>
              <a:t> </a:t>
            </a:r>
            <a:r>
              <a:rPr dirty="0" spc="140"/>
              <a:t>improvement </a:t>
            </a:r>
            <a:r>
              <a:rPr dirty="0" spc="195"/>
              <a:t>after</a:t>
            </a:r>
            <a:r>
              <a:rPr dirty="0" spc="-70"/>
              <a:t> </a:t>
            </a:r>
            <a:r>
              <a:rPr dirty="0" spc="95"/>
              <a:t>every</a:t>
            </a:r>
            <a:r>
              <a:rPr dirty="0" spc="-70"/>
              <a:t> </a:t>
            </a:r>
            <a:r>
              <a:rPr dirty="0" spc="-10"/>
              <a:t>session.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700" y="3124735"/>
            <a:ext cx="3086100" cy="3086100"/>
          </a:xfrm>
          <a:custGeom>
            <a:avLst/>
            <a:gdLst/>
            <a:ahLst/>
            <a:cxnLst/>
            <a:rect l="l" t="t" r="r" b="b"/>
            <a:pathLst>
              <a:path w="3086100" h="3086100">
                <a:moveTo>
                  <a:pt x="1543049" y="3086099"/>
                </a:moveTo>
                <a:lnTo>
                  <a:pt x="1494987" y="3085365"/>
                </a:lnTo>
                <a:lnTo>
                  <a:pt x="1447291" y="3083177"/>
                </a:lnTo>
                <a:lnTo>
                  <a:pt x="1399983" y="3079555"/>
                </a:lnTo>
                <a:lnTo>
                  <a:pt x="1353083" y="3074522"/>
                </a:lnTo>
                <a:lnTo>
                  <a:pt x="1306613" y="3068099"/>
                </a:lnTo>
                <a:lnTo>
                  <a:pt x="1260594" y="3060306"/>
                </a:lnTo>
                <a:lnTo>
                  <a:pt x="1215048" y="3051166"/>
                </a:lnTo>
                <a:lnTo>
                  <a:pt x="1169996" y="3040700"/>
                </a:lnTo>
                <a:lnTo>
                  <a:pt x="1125460" y="3028929"/>
                </a:lnTo>
                <a:lnTo>
                  <a:pt x="1081460" y="3015874"/>
                </a:lnTo>
                <a:lnTo>
                  <a:pt x="1038018" y="3001557"/>
                </a:lnTo>
                <a:lnTo>
                  <a:pt x="995156" y="2985999"/>
                </a:lnTo>
                <a:lnTo>
                  <a:pt x="952894" y="2969221"/>
                </a:lnTo>
                <a:lnTo>
                  <a:pt x="911254" y="2951246"/>
                </a:lnTo>
                <a:lnTo>
                  <a:pt x="870258" y="2932093"/>
                </a:lnTo>
                <a:lnTo>
                  <a:pt x="829927" y="2911785"/>
                </a:lnTo>
                <a:lnTo>
                  <a:pt x="790281" y="2890342"/>
                </a:lnTo>
                <a:lnTo>
                  <a:pt x="751343" y="2867787"/>
                </a:lnTo>
                <a:lnTo>
                  <a:pt x="713134" y="2844140"/>
                </a:lnTo>
                <a:lnTo>
                  <a:pt x="675675" y="2819423"/>
                </a:lnTo>
                <a:lnTo>
                  <a:pt x="638987" y="2793657"/>
                </a:lnTo>
                <a:lnTo>
                  <a:pt x="603092" y="2766864"/>
                </a:lnTo>
                <a:lnTo>
                  <a:pt x="568012" y="2739065"/>
                </a:lnTo>
                <a:lnTo>
                  <a:pt x="533766" y="2710280"/>
                </a:lnTo>
                <a:lnTo>
                  <a:pt x="500378" y="2680532"/>
                </a:lnTo>
                <a:lnTo>
                  <a:pt x="467868" y="2649842"/>
                </a:lnTo>
                <a:lnTo>
                  <a:pt x="436257" y="2618231"/>
                </a:lnTo>
                <a:lnTo>
                  <a:pt x="405567" y="2585721"/>
                </a:lnTo>
                <a:lnTo>
                  <a:pt x="375819" y="2552333"/>
                </a:lnTo>
                <a:lnTo>
                  <a:pt x="347034" y="2518087"/>
                </a:lnTo>
                <a:lnTo>
                  <a:pt x="319235" y="2483006"/>
                </a:lnTo>
                <a:lnTo>
                  <a:pt x="292442" y="2447112"/>
                </a:lnTo>
                <a:lnTo>
                  <a:pt x="266676" y="2410424"/>
                </a:lnTo>
                <a:lnTo>
                  <a:pt x="241959" y="2372965"/>
                </a:lnTo>
                <a:lnTo>
                  <a:pt x="218312" y="2334756"/>
                </a:lnTo>
                <a:lnTo>
                  <a:pt x="195757" y="2295818"/>
                </a:lnTo>
                <a:lnTo>
                  <a:pt x="174314" y="2256172"/>
                </a:lnTo>
                <a:lnTo>
                  <a:pt x="154006" y="2215841"/>
                </a:lnTo>
                <a:lnTo>
                  <a:pt x="134853" y="2174845"/>
                </a:lnTo>
                <a:lnTo>
                  <a:pt x="116878" y="2133205"/>
                </a:lnTo>
                <a:lnTo>
                  <a:pt x="100100" y="2090943"/>
                </a:lnTo>
                <a:lnTo>
                  <a:pt x="84542" y="2048081"/>
                </a:lnTo>
                <a:lnTo>
                  <a:pt x="70225" y="2004639"/>
                </a:lnTo>
                <a:lnTo>
                  <a:pt x="57170" y="1960639"/>
                </a:lnTo>
                <a:lnTo>
                  <a:pt x="45399" y="1916103"/>
                </a:lnTo>
                <a:lnTo>
                  <a:pt x="34933" y="1871051"/>
                </a:lnTo>
                <a:lnTo>
                  <a:pt x="25793" y="1825505"/>
                </a:lnTo>
                <a:lnTo>
                  <a:pt x="18000" y="1779486"/>
                </a:lnTo>
                <a:lnTo>
                  <a:pt x="11577" y="1733016"/>
                </a:lnTo>
                <a:lnTo>
                  <a:pt x="6544" y="1686116"/>
                </a:lnTo>
                <a:lnTo>
                  <a:pt x="2922" y="1638808"/>
                </a:lnTo>
                <a:lnTo>
                  <a:pt x="734" y="1591112"/>
                </a:lnTo>
                <a:lnTo>
                  <a:pt x="0" y="1543049"/>
                </a:lnTo>
                <a:lnTo>
                  <a:pt x="734" y="1494987"/>
                </a:lnTo>
                <a:lnTo>
                  <a:pt x="2922" y="1447291"/>
                </a:lnTo>
                <a:lnTo>
                  <a:pt x="6544" y="1399983"/>
                </a:lnTo>
                <a:lnTo>
                  <a:pt x="11577" y="1353083"/>
                </a:lnTo>
                <a:lnTo>
                  <a:pt x="18000" y="1306613"/>
                </a:lnTo>
                <a:lnTo>
                  <a:pt x="25793" y="1260594"/>
                </a:lnTo>
                <a:lnTo>
                  <a:pt x="34933" y="1215048"/>
                </a:lnTo>
                <a:lnTo>
                  <a:pt x="45399" y="1169996"/>
                </a:lnTo>
                <a:lnTo>
                  <a:pt x="57170" y="1125460"/>
                </a:lnTo>
                <a:lnTo>
                  <a:pt x="70225" y="1081460"/>
                </a:lnTo>
                <a:lnTo>
                  <a:pt x="84542" y="1038018"/>
                </a:lnTo>
                <a:lnTo>
                  <a:pt x="100100" y="995156"/>
                </a:lnTo>
                <a:lnTo>
                  <a:pt x="116878" y="952894"/>
                </a:lnTo>
                <a:lnTo>
                  <a:pt x="134853" y="911254"/>
                </a:lnTo>
                <a:lnTo>
                  <a:pt x="154006" y="870258"/>
                </a:lnTo>
                <a:lnTo>
                  <a:pt x="174314" y="829927"/>
                </a:lnTo>
                <a:lnTo>
                  <a:pt x="195757" y="790281"/>
                </a:lnTo>
                <a:lnTo>
                  <a:pt x="218312" y="751343"/>
                </a:lnTo>
                <a:lnTo>
                  <a:pt x="241959" y="713134"/>
                </a:lnTo>
                <a:lnTo>
                  <a:pt x="266676" y="675675"/>
                </a:lnTo>
                <a:lnTo>
                  <a:pt x="292442" y="638987"/>
                </a:lnTo>
                <a:lnTo>
                  <a:pt x="319235" y="603092"/>
                </a:lnTo>
                <a:lnTo>
                  <a:pt x="347034" y="568012"/>
                </a:lnTo>
                <a:lnTo>
                  <a:pt x="375819" y="533766"/>
                </a:lnTo>
                <a:lnTo>
                  <a:pt x="405567" y="500378"/>
                </a:lnTo>
                <a:lnTo>
                  <a:pt x="436257" y="467868"/>
                </a:lnTo>
                <a:lnTo>
                  <a:pt x="467868" y="436257"/>
                </a:lnTo>
                <a:lnTo>
                  <a:pt x="500378" y="405567"/>
                </a:lnTo>
                <a:lnTo>
                  <a:pt x="533766" y="375819"/>
                </a:lnTo>
                <a:lnTo>
                  <a:pt x="568012" y="347034"/>
                </a:lnTo>
                <a:lnTo>
                  <a:pt x="603092" y="319235"/>
                </a:lnTo>
                <a:lnTo>
                  <a:pt x="638987" y="292442"/>
                </a:lnTo>
                <a:lnTo>
                  <a:pt x="675675" y="266676"/>
                </a:lnTo>
                <a:lnTo>
                  <a:pt x="713134" y="241959"/>
                </a:lnTo>
                <a:lnTo>
                  <a:pt x="751343" y="218312"/>
                </a:lnTo>
                <a:lnTo>
                  <a:pt x="790281" y="195757"/>
                </a:lnTo>
                <a:lnTo>
                  <a:pt x="829927" y="174314"/>
                </a:lnTo>
                <a:lnTo>
                  <a:pt x="870258" y="154006"/>
                </a:lnTo>
                <a:lnTo>
                  <a:pt x="911254" y="134853"/>
                </a:lnTo>
                <a:lnTo>
                  <a:pt x="952894" y="116878"/>
                </a:lnTo>
                <a:lnTo>
                  <a:pt x="995156" y="100100"/>
                </a:lnTo>
                <a:lnTo>
                  <a:pt x="1038018" y="84542"/>
                </a:lnTo>
                <a:lnTo>
                  <a:pt x="1081460" y="70225"/>
                </a:lnTo>
                <a:lnTo>
                  <a:pt x="1125460" y="57170"/>
                </a:lnTo>
                <a:lnTo>
                  <a:pt x="1169996" y="45399"/>
                </a:lnTo>
                <a:lnTo>
                  <a:pt x="1215048" y="34933"/>
                </a:lnTo>
                <a:lnTo>
                  <a:pt x="1260594" y="25793"/>
                </a:lnTo>
                <a:lnTo>
                  <a:pt x="1306613" y="18000"/>
                </a:lnTo>
                <a:lnTo>
                  <a:pt x="1353083" y="11577"/>
                </a:lnTo>
                <a:lnTo>
                  <a:pt x="1399983" y="6544"/>
                </a:lnTo>
                <a:lnTo>
                  <a:pt x="1447291" y="2922"/>
                </a:lnTo>
                <a:lnTo>
                  <a:pt x="1494987" y="734"/>
                </a:lnTo>
                <a:lnTo>
                  <a:pt x="1543049" y="0"/>
                </a:lnTo>
                <a:lnTo>
                  <a:pt x="1591112" y="734"/>
                </a:lnTo>
                <a:lnTo>
                  <a:pt x="1638808" y="2922"/>
                </a:lnTo>
                <a:lnTo>
                  <a:pt x="1686116" y="6544"/>
                </a:lnTo>
                <a:lnTo>
                  <a:pt x="1733016" y="11577"/>
                </a:lnTo>
                <a:lnTo>
                  <a:pt x="1779486" y="18000"/>
                </a:lnTo>
                <a:lnTo>
                  <a:pt x="1825505" y="25793"/>
                </a:lnTo>
                <a:lnTo>
                  <a:pt x="1871051" y="34933"/>
                </a:lnTo>
                <a:lnTo>
                  <a:pt x="1916103" y="45399"/>
                </a:lnTo>
                <a:lnTo>
                  <a:pt x="1960639" y="57170"/>
                </a:lnTo>
                <a:lnTo>
                  <a:pt x="2004639" y="70225"/>
                </a:lnTo>
                <a:lnTo>
                  <a:pt x="2048081" y="84542"/>
                </a:lnTo>
                <a:lnTo>
                  <a:pt x="2090943" y="100100"/>
                </a:lnTo>
                <a:lnTo>
                  <a:pt x="2133205" y="116878"/>
                </a:lnTo>
                <a:lnTo>
                  <a:pt x="2174845" y="134853"/>
                </a:lnTo>
                <a:lnTo>
                  <a:pt x="2215841" y="154006"/>
                </a:lnTo>
                <a:lnTo>
                  <a:pt x="2256172" y="174314"/>
                </a:lnTo>
                <a:lnTo>
                  <a:pt x="2295818" y="195757"/>
                </a:lnTo>
                <a:lnTo>
                  <a:pt x="2334756" y="218312"/>
                </a:lnTo>
                <a:lnTo>
                  <a:pt x="2372965" y="241959"/>
                </a:lnTo>
                <a:lnTo>
                  <a:pt x="2410424" y="266676"/>
                </a:lnTo>
                <a:lnTo>
                  <a:pt x="2447112" y="292442"/>
                </a:lnTo>
                <a:lnTo>
                  <a:pt x="2483007" y="319235"/>
                </a:lnTo>
                <a:lnTo>
                  <a:pt x="2518087" y="347034"/>
                </a:lnTo>
                <a:lnTo>
                  <a:pt x="2552333" y="375819"/>
                </a:lnTo>
                <a:lnTo>
                  <a:pt x="2585721" y="405567"/>
                </a:lnTo>
                <a:lnTo>
                  <a:pt x="2618231" y="436257"/>
                </a:lnTo>
                <a:lnTo>
                  <a:pt x="2649842" y="467868"/>
                </a:lnTo>
                <a:lnTo>
                  <a:pt x="2680532" y="500378"/>
                </a:lnTo>
                <a:lnTo>
                  <a:pt x="2710280" y="533766"/>
                </a:lnTo>
                <a:lnTo>
                  <a:pt x="2739065" y="568012"/>
                </a:lnTo>
                <a:lnTo>
                  <a:pt x="2766864" y="603092"/>
                </a:lnTo>
                <a:lnTo>
                  <a:pt x="2793657" y="638987"/>
                </a:lnTo>
                <a:lnTo>
                  <a:pt x="2819423" y="675675"/>
                </a:lnTo>
                <a:lnTo>
                  <a:pt x="2844140" y="713134"/>
                </a:lnTo>
                <a:lnTo>
                  <a:pt x="2867787" y="751343"/>
                </a:lnTo>
                <a:lnTo>
                  <a:pt x="2890342" y="790281"/>
                </a:lnTo>
                <a:lnTo>
                  <a:pt x="2911785" y="829927"/>
                </a:lnTo>
                <a:lnTo>
                  <a:pt x="2932093" y="870258"/>
                </a:lnTo>
                <a:lnTo>
                  <a:pt x="2951246" y="911254"/>
                </a:lnTo>
                <a:lnTo>
                  <a:pt x="2969221" y="952894"/>
                </a:lnTo>
                <a:lnTo>
                  <a:pt x="2985999" y="995156"/>
                </a:lnTo>
                <a:lnTo>
                  <a:pt x="3001557" y="1038018"/>
                </a:lnTo>
                <a:lnTo>
                  <a:pt x="3015874" y="1081460"/>
                </a:lnTo>
                <a:lnTo>
                  <a:pt x="3028929" y="1125460"/>
                </a:lnTo>
                <a:lnTo>
                  <a:pt x="3040700" y="1169996"/>
                </a:lnTo>
                <a:lnTo>
                  <a:pt x="3051166" y="1215048"/>
                </a:lnTo>
                <a:lnTo>
                  <a:pt x="3060306" y="1260594"/>
                </a:lnTo>
                <a:lnTo>
                  <a:pt x="3068099" y="1306613"/>
                </a:lnTo>
                <a:lnTo>
                  <a:pt x="3074522" y="1353083"/>
                </a:lnTo>
                <a:lnTo>
                  <a:pt x="3079555" y="1399983"/>
                </a:lnTo>
                <a:lnTo>
                  <a:pt x="3083177" y="1447291"/>
                </a:lnTo>
                <a:lnTo>
                  <a:pt x="3085365" y="1494987"/>
                </a:lnTo>
                <a:lnTo>
                  <a:pt x="3086099" y="1543049"/>
                </a:lnTo>
                <a:lnTo>
                  <a:pt x="3085365" y="1591112"/>
                </a:lnTo>
                <a:lnTo>
                  <a:pt x="3083177" y="1638808"/>
                </a:lnTo>
                <a:lnTo>
                  <a:pt x="3079555" y="1686116"/>
                </a:lnTo>
                <a:lnTo>
                  <a:pt x="3074522" y="1733016"/>
                </a:lnTo>
                <a:lnTo>
                  <a:pt x="3068099" y="1779486"/>
                </a:lnTo>
                <a:lnTo>
                  <a:pt x="3060306" y="1825505"/>
                </a:lnTo>
                <a:lnTo>
                  <a:pt x="3051166" y="1871051"/>
                </a:lnTo>
                <a:lnTo>
                  <a:pt x="3040700" y="1916103"/>
                </a:lnTo>
                <a:lnTo>
                  <a:pt x="3028929" y="1960639"/>
                </a:lnTo>
                <a:lnTo>
                  <a:pt x="3015874" y="2004639"/>
                </a:lnTo>
                <a:lnTo>
                  <a:pt x="3001557" y="2048081"/>
                </a:lnTo>
                <a:lnTo>
                  <a:pt x="2985999" y="2090943"/>
                </a:lnTo>
                <a:lnTo>
                  <a:pt x="2969221" y="2133205"/>
                </a:lnTo>
                <a:lnTo>
                  <a:pt x="2951246" y="2174845"/>
                </a:lnTo>
                <a:lnTo>
                  <a:pt x="2932093" y="2215841"/>
                </a:lnTo>
                <a:lnTo>
                  <a:pt x="2911785" y="2256172"/>
                </a:lnTo>
                <a:lnTo>
                  <a:pt x="2890342" y="2295818"/>
                </a:lnTo>
                <a:lnTo>
                  <a:pt x="2867787" y="2334756"/>
                </a:lnTo>
                <a:lnTo>
                  <a:pt x="2844140" y="2372965"/>
                </a:lnTo>
                <a:lnTo>
                  <a:pt x="2819423" y="2410424"/>
                </a:lnTo>
                <a:lnTo>
                  <a:pt x="2793657" y="2447112"/>
                </a:lnTo>
                <a:lnTo>
                  <a:pt x="2766864" y="2483006"/>
                </a:lnTo>
                <a:lnTo>
                  <a:pt x="2739065" y="2518087"/>
                </a:lnTo>
                <a:lnTo>
                  <a:pt x="2710280" y="2552333"/>
                </a:lnTo>
                <a:lnTo>
                  <a:pt x="2680532" y="2585721"/>
                </a:lnTo>
                <a:lnTo>
                  <a:pt x="2649842" y="2618231"/>
                </a:lnTo>
                <a:lnTo>
                  <a:pt x="2618231" y="2649842"/>
                </a:lnTo>
                <a:lnTo>
                  <a:pt x="2585721" y="2680532"/>
                </a:lnTo>
                <a:lnTo>
                  <a:pt x="2552333" y="2710280"/>
                </a:lnTo>
                <a:lnTo>
                  <a:pt x="2518087" y="2739065"/>
                </a:lnTo>
                <a:lnTo>
                  <a:pt x="2483007" y="2766864"/>
                </a:lnTo>
                <a:lnTo>
                  <a:pt x="2447112" y="2793657"/>
                </a:lnTo>
                <a:lnTo>
                  <a:pt x="2410424" y="2819423"/>
                </a:lnTo>
                <a:lnTo>
                  <a:pt x="2372965" y="2844140"/>
                </a:lnTo>
                <a:lnTo>
                  <a:pt x="2334756" y="2867787"/>
                </a:lnTo>
                <a:lnTo>
                  <a:pt x="2295818" y="2890342"/>
                </a:lnTo>
                <a:lnTo>
                  <a:pt x="2256172" y="2911785"/>
                </a:lnTo>
                <a:lnTo>
                  <a:pt x="2215841" y="2932093"/>
                </a:lnTo>
                <a:lnTo>
                  <a:pt x="2174845" y="2951246"/>
                </a:lnTo>
                <a:lnTo>
                  <a:pt x="2133205" y="2969221"/>
                </a:lnTo>
                <a:lnTo>
                  <a:pt x="2090943" y="2985999"/>
                </a:lnTo>
                <a:lnTo>
                  <a:pt x="2048081" y="3001557"/>
                </a:lnTo>
                <a:lnTo>
                  <a:pt x="2004639" y="3015874"/>
                </a:lnTo>
                <a:lnTo>
                  <a:pt x="1960639" y="3028929"/>
                </a:lnTo>
                <a:lnTo>
                  <a:pt x="1916103" y="3040700"/>
                </a:lnTo>
                <a:lnTo>
                  <a:pt x="1871051" y="3051166"/>
                </a:lnTo>
                <a:lnTo>
                  <a:pt x="1825505" y="3060306"/>
                </a:lnTo>
                <a:lnTo>
                  <a:pt x="1779486" y="3068099"/>
                </a:lnTo>
                <a:lnTo>
                  <a:pt x="1733016" y="3074522"/>
                </a:lnTo>
                <a:lnTo>
                  <a:pt x="1686116" y="3079555"/>
                </a:lnTo>
                <a:lnTo>
                  <a:pt x="1638808" y="3083177"/>
                </a:lnTo>
                <a:lnTo>
                  <a:pt x="1591112" y="3085365"/>
                </a:lnTo>
                <a:lnTo>
                  <a:pt x="1543049" y="3086099"/>
                </a:lnTo>
                <a:close/>
              </a:path>
            </a:pathLst>
          </a:custGeom>
          <a:solidFill>
            <a:srgbClr val="005B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148053" y="3124735"/>
            <a:ext cx="3086100" cy="3086100"/>
          </a:xfrm>
          <a:custGeom>
            <a:avLst/>
            <a:gdLst/>
            <a:ahLst/>
            <a:cxnLst/>
            <a:rect l="l" t="t" r="r" b="b"/>
            <a:pathLst>
              <a:path w="3086100" h="3086100">
                <a:moveTo>
                  <a:pt x="1543050" y="3086099"/>
                </a:moveTo>
                <a:lnTo>
                  <a:pt x="1494988" y="3085365"/>
                </a:lnTo>
                <a:lnTo>
                  <a:pt x="1447292" y="3083177"/>
                </a:lnTo>
                <a:lnTo>
                  <a:pt x="1399983" y="3079555"/>
                </a:lnTo>
                <a:lnTo>
                  <a:pt x="1353083" y="3074522"/>
                </a:lnTo>
                <a:lnTo>
                  <a:pt x="1306613" y="3068099"/>
                </a:lnTo>
                <a:lnTo>
                  <a:pt x="1260594" y="3060306"/>
                </a:lnTo>
                <a:lnTo>
                  <a:pt x="1215048" y="3051166"/>
                </a:lnTo>
                <a:lnTo>
                  <a:pt x="1169996" y="3040700"/>
                </a:lnTo>
                <a:lnTo>
                  <a:pt x="1125460" y="3028929"/>
                </a:lnTo>
                <a:lnTo>
                  <a:pt x="1081460" y="3015874"/>
                </a:lnTo>
                <a:lnTo>
                  <a:pt x="1038018" y="3001557"/>
                </a:lnTo>
                <a:lnTo>
                  <a:pt x="995156" y="2985999"/>
                </a:lnTo>
                <a:lnTo>
                  <a:pt x="952894" y="2969221"/>
                </a:lnTo>
                <a:lnTo>
                  <a:pt x="911254" y="2951246"/>
                </a:lnTo>
                <a:lnTo>
                  <a:pt x="870258" y="2932093"/>
                </a:lnTo>
                <a:lnTo>
                  <a:pt x="829927" y="2911785"/>
                </a:lnTo>
                <a:lnTo>
                  <a:pt x="790281" y="2890342"/>
                </a:lnTo>
                <a:lnTo>
                  <a:pt x="751343" y="2867787"/>
                </a:lnTo>
                <a:lnTo>
                  <a:pt x="713134" y="2844140"/>
                </a:lnTo>
                <a:lnTo>
                  <a:pt x="675675" y="2819423"/>
                </a:lnTo>
                <a:lnTo>
                  <a:pt x="638987" y="2793657"/>
                </a:lnTo>
                <a:lnTo>
                  <a:pt x="603093" y="2766864"/>
                </a:lnTo>
                <a:lnTo>
                  <a:pt x="568012" y="2739065"/>
                </a:lnTo>
                <a:lnTo>
                  <a:pt x="533767" y="2710280"/>
                </a:lnTo>
                <a:lnTo>
                  <a:pt x="500378" y="2680532"/>
                </a:lnTo>
                <a:lnTo>
                  <a:pt x="467868" y="2649842"/>
                </a:lnTo>
                <a:lnTo>
                  <a:pt x="436257" y="2618231"/>
                </a:lnTo>
                <a:lnTo>
                  <a:pt x="405567" y="2585721"/>
                </a:lnTo>
                <a:lnTo>
                  <a:pt x="375819" y="2552333"/>
                </a:lnTo>
                <a:lnTo>
                  <a:pt x="347034" y="2518087"/>
                </a:lnTo>
                <a:lnTo>
                  <a:pt x="319235" y="2483006"/>
                </a:lnTo>
                <a:lnTo>
                  <a:pt x="292442" y="2447112"/>
                </a:lnTo>
                <a:lnTo>
                  <a:pt x="266676" y="2410424"/>
                </a:lnTo>
                <a:lnTo>
                  <a:pt x="241959" y="2372965"/>
                </a:lnTo>
                <a:lnTo>
                  <a:pt x="218312" y="2334756"/>
                </a:lnTo>
                <a:lnTo>
                  <a:pt x="195757" y="2295818"/>
                </a:lnTo>
                <a:lnTo>
                  <a:pt x="174314" y="2256172"/>
                </a:lnTo>
                <a:lnTo>
                  <a:pt x="154006" y="2215841"/>
                </a:lnTo>
                <a:lnTo>
                  <a:pt x="134853" y="2174845"/>
                </a:lnTo>
                <a:lnTo>
                  <a:pt x="116878" y="2133205"/>
                </a:lnTo>
                <a:lnTo>
                  <a:pt x="100100" y="2090943"/>
                </a:lnTo>
                <a:lnTo>
                  <a:pt x="84542" y="2048081"/>
                </a:lnTo>
                <a:lnTo>
                  <a:pt x="70225" y="2004639"/>
                </a:lnTo>
                <a:lnTo>
                  <a:pt x="57170" y="1960639"/>
                </a:lnTo>
                <a:lnTo>
                  <a:pt x="45399" y="1916103"/>
                </a:lnTo>
                <a:lnTo>
                  <a:pt x="34933" y="1871051"/>
                </a:lnTo>
                <a:lnTo>
                  <a:pt x="25793" y="1825505"/>
                </a:lnTo>
                <a:lnTo>
                  <a:pt x="18000" y="1779486"/>
                </a:lnTo>
                <a:lnTo>
                  <a:pt x="11577" y="1733016"/>
                </a:lnTo>
                <a:lnTo>
                  <a:pt x="6544" y="1686116"/>
                </a:lnTo>
                <a:lnTo>
                  <a:pt x="2922" y="1638808"/>
                </a:lnTo>
                <a:lnTo>
                  <a:pt x="734" y="1591112"/>
                </a:lnTo>
                <a:lnTo>
                  <a:pt x="0" y="1543049"/>
                </a:lnTo>
                <a:lnTo>
                  <a:pt x="734" y="1494987"/>
                </a:lnTo>
                <a:lnTo>
                  <a:pt x="2922" y="1447291"/>
                </a:lnTo>
                <a:lnTo>
                  <a:pt x="6544" y="1399983"/>
                </a:lnTo>
                <a:lnTo>
                  <a:pt x="11577" y="1353083"/>
                </a:lnTo>
                <a:lnTo>
                  <a:pt x="18000" y="1306613"/>
                </a:lnTo>
                <a:lnTo>
                  <a:pt x="25793" y="1260594"/>
                </a:lnTo>
                <a:lnTo>
                  <a:pt x="34933" y="1215048"/>
                </a:lnTo>
                <a:lnTo>
                  <a:pt x="45399" y="1169996"/>
                </a:lnTo>
                <a:lnTo>
                  <a:pt x="57170" y="1125460"/>
                </a:lnTo>
                <a:lnTo>
                  <a:pt x="70225" y="1081460"/>
                </a:lnTo>
                <a:lnTo>
                  <a:pt x="84542" y="1038018"/>
                </a:lnTo>
                <a:lnTo>
                  <a:pt x="100100" y="995156"/>
                </a:lnTo>
                <a:lnTo>
                  <a:pt x="116878" y="952894"/>
                </a:lnTo>
                <a:lnTo>
                  <a:pt x="134853" y="911254"/>
                </a:lnTo>
                <a:lnTo>
                  <a:pt x="154006" y="870258"/>
                </a:lnTo>
                <a:lnTo>
                  <a:pt x="174314" y="829927"/>
                </a:lnTo>
                <a:lnTo>
                  <a:pt x="195757" y="790281"/>
                </a:lnTo>
                <a:lnTo>
                  <a:pt x="218312" y="751343"/>
                </a:lnTo>
                <a:lnTo>
                  <a:pt x="241959" y="713134"/>
                </a:lnTo>
                <a:lnTo>
                  <a:pt x="266676" y="675675"/>
                </a:lnTo>
                <a:lnTo>
                  <a:pt x="292442" y="638987"/>
                </a:lnTo>
                <a:lnTo>
                  <a:pt x="319235" y="603092"/>
                </a:lnTo>
                <a:lnTo>
                  <a:pt x="347034" y="568012"/>
                </a:lnTo>
                <a:lnTo>
                  <a:pt x="375819" y="533766"/>
                </a:lnTo>
                <a:lnTo>
                  <a:pt x="405567" y="500378"/>
                </a:lnTo>
                <a:lnTo>
                  <a:pt x="436257" y="467868"/>
                </a:lnTo>
                <a:lnTo>
                  <a:pt x="467868" y="436257"/>
                </a:lnTo>
                <a:lnTo>
                  <a:pt x="500378" y="405567"/>
                </a:lnTo>
                <a:lnTo>
                  <a:pt x="533767" y="375819"/>
                </a:lnTo>
                <a:lnTo>
                  <a:pt x="568012" y="347034"/>
                </a:lnTo>
                <a:lnTo>
                  <a:pt x="603093" y="319235"/>
                </a:lnTo>
                <a:lnTo>
                  <a:pt x="638987" y="292442"/>
                </a:lnTo>
                <a:lnTo>
                  <a:pt x="675675" y="266676"/>
                </a:lnTo>
                <a:lnTo>
                  <a:pt x="713134" y="241959"/>
                </a:lnTo>
                <a:lnTo>
                  <a:pt x="751343" y="218312"/>
                </a:lnTo>
                <a:lnTo>
                  <a:pt x="790281" y="195757"/>
                </a:lnTo>
                <a:lnTo>
                  <a:pt x="829927" y="174314"/>
                </a:lnTo>
                <a:lnTo>
                  <a:pt x="870258" y="154006"/>
                </a:lnTo>
                <a:lnTo>
                  <a:pt x="911254" y="134853"/>
                </a:lnTo>
                <a:lnTo>
                  <a:pt x="952894" y="116878"/>
                </a:lnTo>
                <a:lnTo>
                  <a:pt x="995156" y="100100"/>
                </a:lnTo>
                <a:lnTo>
                  <a:pt x="1038018" y="84542"/>
                </a:lnTo>
                <a:lnTo>
                  <a:pt x="1081460" y="70225"/>
                </a:lnTo>
                <a:lnTo>
                  <a:pt x="1125460" y="57170"/>
                </a:lnTo>
                <a:lnTo>
                  <a:pt x="1169996" y="45399"/>
                </a:lnTo>
                <a:lnTo>
                  <a:pt x="1215048" y="34933"/>
                </a:lnTo>
                <a:lnTo>
                  <a:pt x="1260594" y="25793"/>
                </a:lnTo>
                <a:lnTo>
                  <a:pt x="1306613" y="18000"/>
                </a:lnTo>
                <a:lnTo>
                  <a:pt x="1353083" y="11577"/>
                </a:lnTo>
                <a:lnTo>
                  <a:pt x="1399983" y="6544"/>
                </a:lnTo>
                <a:lnTo>
                  <a:pt x="1447292" y="2922"/>
                </a:lnTo>
                <a:lnTo>
                  <a:pt x="1494988" y="734"/>
                </a:lnTo>
                <a:lnTo>
                  <a:pt x="1543050" y="0"/>
                </a:lnTo>
                <a:lnTo>
                  <a:pt x="1591112" y="734"/>
                </a:lnTo>
                <a:lnTo>
                  <a:pt x="1638808" y="2922"/>
                </a:lnTo>
                <a:lnTo>
                  <a:pt x="1686116" y="6544"/>
                </a:lnTo>
                <a:lnTo>
                  <a:pt x="1733016" y="11577"/>
                </a:lnTo>
                <a:lnTo>
                  <a:pt x="1779486" y="18000"/>
                </a:lnTo>
                <a:lnTo>
                  <a:pt x="1825505" y="25793"/>
                </a:lnTo>
                <a:lnTo>
                  <a:pt x="1871051" y="34933"/>
                </a:lnTo>
                <a:lnTo>
                  <a:pt x="1916103" y="45399"/>
                </a:lnTo>
                <a:lnTo>
                  <a:pt x="1960640" y="57170"/>
                </a:lnTo>
                <a:lnTo>
                  <a:pt x="2004639" y="70225"/>
                </a:lnTo>
                <a:lnTo>
                  <a:pt x="2048081" y="84542"/>
                </a:lnTo>
                <a:lnTo>
                  <a:pt x="2090944" y="100100"/>
                </a:lnTo>
                <a:lnTo>
                  <a:pt x="2133205" y="116878"/>
                </a:lnTo>
                <a:lnTo>
                  <a:pt x="2174845" y="134853"/>
                </a:lnTo>
                <a:lnTo>
                  <a:pt x="2215841" y="154006"/>
                </a:lnTo>
                <a:lnTo>
                  <a:pt x="2256173" y="174314"/>
                </a:lnTo>
                <a:lnTo>
                  <a:pt x="2295818" y="195757"/>
                </a:lnTo>
                <a:lnTo>
                  <a:pt x="2334756" y="218312"/>
                </a:lnTo>
                <a:lnTo>
                  <a:pt x="2372965" y="241959"/>
                </a:lnTo>
                <a:lnTo>
                  <a:pt x="2410424" y="266676"/>
                </a:lnTo>
                <a:lnTo>
                  <a:pt x="2447112" y="292442"/>
                </a:lnTo>
                <a:lnTo>
                  <a:pt x="2483007" y="319235"/>
                </a:lnTo>
                <a:lnTo>
                  <a:pt x="2518087" y="347034"/>
                </a:lnTo>
                <a:lnTo>
                  <a:pt x="2552333" y="375819"/>
                </a:lnTo>
                <a:lnTo>
                  <a:pt x="2585721" y="405567"/>
                </a:lnTo>
                <a:lnTo>
                  <a:pt x="2618232" y="436257"/>
                </a:lnTo>
                <a:lnTo>
                  <a:pt x="2649842" y="467868"/>
                </a:lnTo>
                <a:lnTo>
                  <a:pt x="2680532" y="500378"/>
                </a:lnTo>
                <a:lnTo>
                  <a:pt x="2710280" y="533766"/>
                </a:lnTo>
                <a:lnTo>
                  <a:pt x="2739065" y="568012"/>
                </a:lnTo>
                <a:lnTo>
                  <a:pt x="2766864" y="603092"/>
                </a:lnTo>
                <a:lnTo>
                  <a:pt x="2793658" y="638987"/>
                </a:lnTo>
                <a:lnTo>
                  <a:pt x="2819424" y="675675"/>
                </a:lnTo>
                <a:lnTo>
                  <a:pt x="2844141" y="713134"/>
                </a:lnTo>
                <a:lnTo>
                  <a:pt x="2867787" y="751343"/>
                </a:lnTo>
                <a:lnTo>
                  <a:pt x="2890343" y="790281"/>
                </a:lnTo>
                <a:lnTo>
                  <a:pt x="2911785" y="829927"/>
                </a:lnTo>
                <a:lnTo>
                  <a:pt x="2932093" y="870258"/>
                </a:lnTo>
                <a:lnTo>
                  <a:pt x="2951246" y="911254"/>
                </a:lnTo>
                <a:lnTo>
                  <a:pt x="2969222" y="952894"/>
                </a:lnTo>
                <a:lnTo>
                  <a:pt x="2985999" y="995156"/>
                </a:lnTo>
                <a:lnTo>
                  <a:pt x="3001557" y="1038018"/>
                </a:lnTo>
                <a:lnTo>
                  <a:pt x="3015874" y="1081460"/>
                </a:lnTo>
                <a:lnTo>
                  <a:pt x="3028929" y="1125460"/>
                </a:lnTo>
                <a:lnTo>
                  <a:pt x="3040700" y="1169996"/>
                </a:lnTo>
                <a:lnTo>
                  <a:pt x="3051166" y="1215048"/>
                </a:lnTo>
                <a:lnTo>
                  <a:pt x="3060306" y="1260594"/>
                </a:lnTo>
                <a:lnTo>
                  <a:pt x="3068099" y="1306613"/>
                </a:lnTo>
                <a:lnTo>
                  <a:pt x="3074522" y="1353083"/>
                </a:lnTo>
                <a:lnTo>
                  <a:pt x="3079555" y="1399983"/>
                </a:lnTo>
                <a:lnTo>
                  <a:pt x="3083177" y="1447291"/>
                </a:lnTo>
                <a:lnTo>
                  <a:pt x="3085366" y="1494987"/>
                </a:lnTo>
                <a:lnTo>
                  <a:pt x="3086100" y="1543049"/>
                </a:lnTo>
                <a:lnTo>
                  <a:pt x="3085366" y="1591112"/>
                </a:lnTo>
                <a:lnTo>
                  <a:pt x="3083177" y="1638808"/>
                </a:lnTo>
                <a:lnTo>
                  <a:pt x="3079555" y="1686116"/>
                </a:lnTo>
                <a:lnTo>
                  <a:pt x="3074522" y="1733016"/>
                </a:lnTo>
                <a:lnTo>
                  <a:pt x="3068099" y="1779486"/>
                </a:lnTo>
                <a:lnTo>
                  <a:pt x="3060306" y="1825505"/>
                </a:lnTo>
                <a:lnTo>
                  <a:pt x="3051166" y="1871051"/>
                </a:lnTo>
                <a:lnTo>
                  <a:pt x="3040700" y="1916103"/>
                </a:lnTo>
                <a:lnTo>
                  <a:pt x="3028929" y="1960639"/>
                </a:lnTo>
                <a:lnTo>
                  <a:pt x="3015874" y="2004639"/>
                </a:lnTo>
                <a:lnTo>
                  <a:pt x="3001557" y="2048081"/>
                </a:lnTo>
                <a:lnTo>
                  <a:pt x="2985999" y="2090943"/>
                </a:lnTo>
                <a:lnTo>
                  <a:pt x="2969222" y="2133205"/>
                </a:lnTo>
                <a:lnTo>
                  <a:pt x="2951246" y="2174845"/>
                </a:lnTo>
                <a:lnTo>
                  <a:pt x="2932093" y="2215841"/>
                </a:lnTo>
                <a:lnTo>
                  <a:pt x="2911785" y="2256172"/>
                </a:lnTo>
                <a:lnTo>
                  <a:pt x="2890343" y="2295818"/>
                </a:lnTo>
                <a:lnTo>
                  <a:pt x="2867787" y="2334756"/>
                </a:lnTo>
                <a:lnTo>
                  <a:pt x="2844141" y="2372965"/>
                </a:lnTo>
                <a:lnTo>
                  <a:pt x="2819424" y="2410424"/>
                </a:lnTo>
                <a:lnTo>
                  <a:pt x="2793658" y="2447112"/>
                </a:lnTo>
                <a:lnTo>
                  <a:pt x="2766864" y="2483006"/>
                </a:lnTo>
                <a:lnTo>
                  <a:pt x="2739065" y="2518087"/>
                </a:lnTo>
                <a:lnTo>
                  <a:pt x="2710280" y="2552333"/>
                </a:lnTo>
                <a:lnTo>
                  <a:pt x="2680532" y="2585721"/>
                </a:lnTo>
                <a:lnTo>
                  <a:pt x="2649842" y="2618231"/>
                </a:lnTo>
                <a:lnTo>
                  <a:pt x="2618232" y="2649842"/>
                </a:lnTo>
                <a:lnTo>
                  <a:pt x="2585721" y="2680532"/>
                </a:lnTo>
                <a:lnTo>
                  <a:pt x="2552333" y="2710280"/>
                </a:lnTo>
                <a:lnTo>
                  <a:pt x="2518087" y="2739065"/>
                </a:lnTo>
                <a:lnTo>
                  <a:pt x="2483007" y="2766864"/>
                </a:lnTo>
                <a:lnTo>
                  <a:pt x="2447112" y="2793657"/>
                </a:lnTo>
                <a:lnTo>
                  <a:pt x="2410424" y="2819423"/>
                </a:lnTo>
                <a:lnTo>
                  <a:pt x="2372965" y="2844140"/>
                </a:lnTo>
                <a:lnTo>
                  <a:pt x="2334756" y="2867787"/>
                </a:lnTo>
                <a:lnTo>
                  <a:pt x="2295818" y="2890342"/>
                </a:lnTo>
                <a:lnTo>
                  <a:pt x="2256173" y="2911785"/>
                </a:lnTo>
                <a:lnTo>
                  <a:pt x="2215841" y="2932093"/>
                </a:lnTo>
                <a:lnTo>
                  <a:pt x="2174845" y="2951246"/>
                </a:lnTo>
                <a:lnTo>
                  <a:pt x="2133205" y="2969221"/>
                </a:lnTo>
                <a:lnTo>
                  <a:pt x="2090944" y="2985999"/>
                </a:lnTo>
                <a:lnTo>
                  <a:pt x="2048081" y="3001557"/>
                </a:lnTo>
                <a:lnTo>
                  <a:pt x="2004639" y="3015874"/>
                </a:lnTo>
                <a:lnTo>
                  <a:pt x="1960640" y="3028929"/>
                </a:lnTo>
                <a:lnTo>
                  <a:pt x="1916103" y="3040700"/>
                </a:lnTo>
                <a:lnTo>
                  <a:pt x="1871051" y="3051166"/>
                </a:lnTo>
                <a:lnTo>
                  <a:pt x="1825505" y="3060306"/>
                </a:lnTo>
                <a:lnTo>
                  <a:pt x="1779486" y="3068099"/>
                </a:lnTo>
                <a:lnTo>
                  <a:pt x="1733016" y="3074522"/>
                </a:lnTo>
                <a:lnTo>
                  <a:pt x="1686116" y="3079555"/>
                </a:lnTo>
                <a:lnTo>
                  <a:pt x="1638808" y="3083177"/>
                </a:lnTo>
                <a:lnTo>
                  <a:pt x="1591112" y="3085365"/>
                </a:lnTo>
                <a:lnTo>
                  <a:pt x="1543050" y="3086099"/>
                </a:lnTo>
                <a:close/>
              </a:path>
            </a:pathLst>
          </a:custGeom>
          <a:solidFill>
            <a:srgbClr val="005B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262853" y="3124735"/>
            <a:ext cx="3086100" cy="3086100"/>
          </a:xfrm>
          <a:custGeom>
            <a:avLst/>
            <a:gdLst/>
            <a:ahLst/>
            <a:cxnLst/>
            <a:rect l="l" t="t" r="r" b="b"/>
            <a:pathLst>
              <a:path w="3086100" h="3086100">
                <a:moveTo>
                  <a:pt x="1543049" y="3086099"/>
                </a:moveTo>
                <a:lnTo>
                  <a:pt x="1494987" y="3085365"/>
                </a:lnTo>
                <a:lnTo>
                  <a:pt x="1447291" y="3083177"/>
                </a:lnTo>
                <a:lnTo>
                  <a:pt x="1399983" y="3079555"/>
                </a:lnTo>
                <a:lnTo>
                  <a:pt x="1353083" y="3074522"/>
                </a:lnTo>
                <a:lnTo>
                  <a:pt x="1306613" y="3068099"/>
                </a:lnTo>
                <a:lnTo>
                  <a:pt x="1260594" y="3060306"/>
                </a:lnTo>
                <a:lnTo>
                  <a:pt x="1215048" y="3051166"/>
                </a:lnTo>
                <a:lnTo>
                  <a:pt x="1169996" y="3040700"/>
                </a:lnTo>
                <a:lnTo>
                  <a:pt x="1125460" y="3028929"/>
                </a:lnTo>
                <a:lnTo>
                  <a:pt x="1081460" y="3015874"/>
                </a:lnTo>
                <a:lnTo>
                  <a:pt x="1038018" y="3001557"/>
                </a:lnTo>
                <a:lnTo>
                  <a:pt x="995155" y="2985999"/>
                </a:lnTo>
                <a:lnTo>
                  <a:pt x="952894" y="2969221"/>
                </a:lnTo>
                <a:lnTo>
                  <a:pt x="911254" y="2951246"/>
                </a:lnTo>
                <a:lnTo>
                  <a:pt x="870258" y="2932093"/>
                </a:lnTo>
                <a:lnTo>
                  <a:pt x="829926" y="2911785"/>
                </a:lnTo>
                <a:lnTo>
                  <a:pt x="790281" y="2890342"/>
                </a:lnTo>
                <a:lnTo>
                  <a:pt x="751343" y="2867787"/>
                </a:lnTo>
                <a:lnTo>
                  <a:pt x="713134" y="2844140"/>
                </a:lnTo>
                <a:lnTo>
                  <a:pt x="675675" y="2819423"/>
                </a:lnTo>
                <a:lnTo>
                  <a:pt x="638987" y="2793657"/>
                </a:lnTo>
                <a:lnTo>
                  <a:pt x="603092" y="2766864"/>
                </a:lnTo>
                <a:lnTo>
                  <a:pt x="568012" y="2739065"/>
                </a:lnTo>
                <a:lnTo>
                  <a:pt x="533766" y="2710280"/>
                </a:lnTo>
                <a:lnTo>
                  <a:pt x="500378" y="2680532"/>
                </a:lnTo>
                <a:lnTo>
                  <a:pt x="467868" y="2649842"/>
                </a:lnTo>
                <a:lnTo>
                  <a:pt x="436257" y="2618231"/>
                </a:lnTo>
                <a:lnTo>
                  <a:pt x="405567" y="2585721"/>
                </a:lnTo>
                <a:lnTo>
                  <a:pt x="375819" y="2552333"/>
                </a:lnTo>
                <a:lnTo>
                  <a:pt x="347034" y="2518087"/>
                </a:lnTo>
                <a:lnTo>
                  <a:pt x="319235" y="2483006"/>
                </a:lnTo>
                <a:lnTo>
                  <a:pt x="292441" y="2447112"/>
                </a:lnTo>
                <a:lnTo>
                  <a:pt x="266676" y="2410424"/>
                </a:lnTo>
                <a:lnTo>
                  <a:pt x="241959" y="2372965"/>
                </a:lnTo>
                <a:lnTo>
                  <a:pt x="218312" y="2334756"/>
                </a:lnTo>
                <a:lnTo>
                  <a:pt x="195757" y="2295818"/>
                </a:lnTo>
                <a:lnTo>
                  <a:pt x="174314" y="2256172"/>
                </a:lnTo>
                <a:lnTo>
                  <a:pt x="154006" y="2215841"/>
                </a:lnTo>
                <a:lnTo>
                  <a:pt x="134853" y="2174845"/>
                </a:lnTo>
                <a:lnTo>
                  <a:pt x="116878" y="2133205"/>
                </a:lnTo>
                <a:lnTo>
                  <a:pt x="100100" y="2090943"/>
                </a:lnTo>
                <a:lnTo>
                  <a:pt x="84542" y="2048081"/>
                </a:lnTo>
                <a:lnTo>
                  <a:pt x="70225" y="2004639"/>
                </a:lnTo>
                <a:lnTo>
                  <a:pt x="57170" y="1960639"/>
                </a:lnTo>
                <a:lnTo>
                  <a:pt x="45399" y="1916103"/>
                </a:lnTo>
                <a:lnTo>
                  <a:pt x="34933" y="1871051"/>
                </a:lnTo>
                <a:lnTo>
                  <a:pt x="25793" y="1825505"/>
                </a:lnTo>
                <a:lnTo>
                  <a:pt x="18000" y="1779486"/>
                </a:lnTo>
                <a:lnTo>
                  <a:pt x="11577" y="1733016"/>
                </a:lnTo>
                <a:lnTo>
                  <a:pt x="6544" y="1686116"/>
                </a:lnTo>
                <a:lnTo>
                  <a:pt x="2922" y="1638808"/>
                </a:lnTo>
                <a:lnTo>
                  <a:pt x="734" y="1591112"/>
                </a:lnTo>
                <a:lnTo>
                  <a:pt x="0" y="1543049"/>
                </a:lnTo>
                <a:lnTo>
                  <a:pt x="734" y="1494987"/>
                </a:lnTo>
                <a:lnTo>
                  <a:pt x="2922" y="1447291"/>
                </a:lnTo>
                <a:lnTo>
                  <a:pt x="6544" y="1399983"/>
                </a:lnTo>
                <a:lnTo>
                  <a:pt x="11577" y="1353083"/>
                </a:lnTo>
                <a:lnTo>
                  <a:pt x="18000" y="1306613"/>
                </a:lnTo>
                <a:lnTo>
                  <a:pt x="25793" y="1260594"/>
                </a:lnTo>
                <a:lnTo>
                  <a:pt x="34933" y="1215048"/>
                </a:lnTo>
                <a:lnTo>
                  <a:pt x="45399" y="1169996"/>
                </a:lnTo>
                <a:lnTo>
                  <a:pt x="57170" y="1125460"/>
                </a:lnTo>
                <a:lnTo>
                  <a:pt x="70225" y="1081460"/>
                </a:lnTo>
                <a:lnTo>
                  <a:pt x="84542" y="1038018"/>
                </a:lnTo>
                <a:lnTo>
                  <a:pt x="100100" y="995156"/>
                </a:lnTo>
                <a:lnTo>
                  <a:pt x="116878" y="952894"/>
                </a:lnTo>
                <a:lnTo>
                  <a:pt x="134853" y="911254"/>
                </a:lnTo>
                <a:lnTo>
                  <a:pt x="154006" y="870258"/>
                </a:lnTo>
                <a:lnTo>
                  <a:pt x="174314" y="829927"/>
                </a:lnTo>
                <a:lnTo>
                  <a:pt x="195757" y="790281"/>
                </a:lnTo>
                <a:lnTo>
                  <a:pt x="218312" y="751343"/>
                </a:lnTo>
                <a:lnTo>
                  <a:pt x="241959" y="713134"/>
                </a:lnTo>
                <a:lnTo>
                  <a:pt x="266676" y="675675"/>
                </a:lnTo>
                <a:lnTo>
                  <a:pt x="292441" y="638987"/>
                </a:lnTo>
                <a:lnTo>
                  <a:pt x="319235" y="603092"/>
                </a:lnTo>
                <a:lnTo>
                  <a:pt x="347034" y="568012"/>
                </a:lnTo>
                <a:lnTo>
                  <a:pt x="375819" y="533766"/>
                </a:lnTo>
                <a:lnTo>
                  <a:pt x="405567" y="500378"/>
                </a:lnTo>
                <a:lnTo>
                  <a:pt x="436257" y="467868"/>
                </a:lnTo>
                <a:lnTo>
                  <a:pt x="467868" y="436257"/>
                </a:lnTo>
                <a:lnTo>
                  <a:pt x="500378" y="405567"/>
                </a:lnTo>
                <a:lnTo>
                  <a:pt x="533766" y="375819"/>
                </a:lnTo>
                <a:lnTo>
                  <a:pt x="568012" y="347034"/>
                </a:lnTo>
                <a:lnTo>
                  <a:pt x="603092" y="319235"/>
                </a:lnTo>
                <a:lnTo>
                  <a:pt x="638987" y="292442"/>
                </a:lnTo>
                <a:lnTo>
                  <a:pt x="675675" y="266676"/>
                </a:lnTo>
                <a:lnTo>
                  <a:pt x="713134" y="241959"/>
                </a:lnTo>
                <a:lnTo>
                  <a:pt x="751343" y="218312"/>
                </a:lnTo>
                <a:lnTo>
                  <a:pt x="790281" y="195757"/>
                </a:lnTo>
                <a:lnTo>
                  <a:pt x="829926" y="174314"/>
                </a:lnTo>
                <a:lnTo>
                  <a:pt x="870258" y="154006"/>
                </a:lnTo>
                <a:lnTo>
                  <a:pt x="911254" y="134853"/>
                </a:lnTo>
                <a:lnTo>
                  <a:pt x="952894" y="116878"/>
                </a:lnTo>
                <a:lnTo>
                  <a:pt x="995155" y="100100"/>
                </a:lnTo>
                <a:lnTo>
                  <a:pt x="1038018" y="84542"/>
                </a:lnTo>
                <a:lnTo>
                  <a:pt x="1081460" y="70225"/>
                </a:lnTo>
                <a:lnTo>
                  <a:pt x="1125460" y="57170"/>
                </a:lnTo>
                <a:lnTo>
                  <a:pt x="1169996" y="45399"/>
                </a:lnTo>
                <a:lnTo>
                  <a:pt x="1215048" y="34933"/>
                </a:lnTo>
                <a:lnTo>
                  <a:pt x="1260594" y="25793"/>
                </a:lnTo>
                <a:lnTo>
                  <a:pt x="1306613" y="18000"/>
                </a:lnTo>
                <a:lnTo>
                  <a:pt x="1353083" y="11577"/>
                </a:lnTo>
                <a:lnTo>
                  <a:pt x="1399983" y="6544"/>
                </a:lnTo>
                <a:lnTo>
                  <a:pt x="1447291" y="2922"/>
                </a:lnTo>
                <a:lnTo>
                  <a:pt x="1494987" y="734"/>
                </a:lnTo>
                <a:lnTo>
                  <a:pt x="1543049" y="0"/>
                </a:lnTo>
                <a:lnTo>
                  <a:pt x="1591112" y="734"/>
                </a:lnTo>
                <a:lnTo>
                  <a:pt x="1638808" y="2922"/>
                </a:lnTo>
                <a:lnTo>
                  <a:pt x="1686116" y="6544"/>
                </a:lnTo>
                <a:lnTo>
                  <a:pt x="1733016" y="11577"/>
                </a:lnTo>
                <a:lnTo>
                  <a:pt x="1779486" y="18000"/>
                </a:lnTo>
                <a:lnTo>
                  <a:pt x="1825505" y="25793"/>
                </a:lnTo>
                <a:lnTo>
                  <a:pt x="1871051" y="34933"/>
                </a:lnTo>
                <a:lnTo>
                  <a:pt x="1916103" y="45399"/>
                </a:lnTo>
                <a:lnTo>
                  <a:pt x="1960640" y="57170"/>
                </a:lnTo>
                <a:lnTo>
                  <a:pt x="2004639" y="70225"/>
                </a:lnTo>
                <a:lnTo>
                  <a:pt x="2048081" y="84542"/>
                </a:lnTo>
                <a:lnTo>
                  <a:pt x="2090944" y="100100"/>
                </a:lnTo>
                <a:lnTo>
                  <a:pt x="2133205" y="116878"/>
                </a:lnTo>
                <a:lnTo>
                  <a:pt x="2174845" y="134853"/>
                </a:lnTo>
                <a:lnTo>
                  <a:pt x="2215841" y="154006"/>
                </a:lnTo>
                <a:lnTo>
                  <a:pt x="2256173" y="174314"/>
                </a:lnTo>
                <a:lnTo>
                  <a:pt x="2295818" y="195757"/>
                </a:lnTo>
                <a:lnTo>
                  <a:pt x="2334756" y="218312"/>
                </a:lnTo>
                <a:lnTo>
                  <a:pt x="2372965" y="241959"/>
                </a:lnTo>
                <a:lnTo>
                  <a:pt x="2410424" y="266676"/>
                </a:lnTo>
                <a:lnTo>
                  <a:pt x="2447112" y="292442"/>
                </a:lnTo>
                <a:lnTo>
                  <a:pt x="2483007" y="319235"/>
                </a:lnTo>
                <a:lnTo>
                  <a:pt x="2518087" y="347034"/>
                </a:lnTo>
                <a:lnTo>
                  <a:pt x="2552333" y="375819"/>
                </a:lnTo>
                <a:lnTo>
                  <a:pt x="2585721" y="405567"/>
                </a:lnTo>
                <a:lnTo>
                  <a:pt x="2618232" y="436257"/>
                </a:lnTo>
                <a:lnTo>
                  <a:pt x="2649842" y="467868"/>
                </a:lnTo>
                <a:lnTo>
                  <a:pt x="2680532" y="500378"/>
                </a:lnTo>
                <a:lnTo>
                  <a:pt x="2710280" y="533766"/>
                </a:lnTo>
                <a:lnTo>
                  <a:pt x="2739065" y="568012"/>
                </a:lnTo>
                <a:lnTo>
                  <a:pt x="2766864" y="603092"/>
                </a:lnTo>
                <a:lnTo>
                  <a:pt x="2793658" y="638987"/>
                </a:lnTo>
                <a:lnTo>
                  <a:pt x="2819423" y="675675"/>
                </a:lnTo>
                <a:lnTo>
                  <a:pt x="2844140" y="713134"/>
                </a:lnTo>
                <a:lnTo>
                  <a:pt x="2867787" y="751343"/>
                </a:lnTo>
                <a:lnTo>
                  <a:pt x="2890343" y="790281"/>
                </a:lnTo>
                <a:lnTo>
                  <a:pt x="2911785" y="829927"/>
                </a:lnTo>
                <a:lnTo>
                  <a:pt x="2932093" y="870258"/>
                </a:lnTo>
                <a:lnTo>
                  <a:pt x="2951246" y="911254"/>
                </a:lnTo>
                <a:lnTo>
                  <a:pt x="2969221" y="952894"/>
                </a:lnTo>
                <a:lnTo>
                  <a:pt x="2985999" y="995156"/>
                </a:lnTo>
                <a:lnTo>
                  <a:pt x="3001557" y="1038018"/>
                </a:lnTo>
                <a:lnTo>
                  <a:pt x="3015874" y="1081460"/>
                </a:lnTo>
                <a:lnTo>
                  <a:pt x="3028929" y="1125460"/>
                </a:lnTo>
                <a:lnTo>
                  <a:pt x="3040700" y="1169996"/>
                </a:lnTo>
                <a:lnTo>
                  <a:pt x="3051166" y="1215048"/>
                </a:lnTo>
                <a:lnTo>
                  <a:pt x="3060306" y="1260594"/>
                </a:lnTo>
                <a:lnTo>
                  <a:pt x="3068099" y="1306613"/>
                </a:lnTo>
                <a:lnTo>
                  <a:pt x="3074522" y="1353083"/>
                </a:lnTo>
                <a:lnTo>
                  <a:pt x="3079555" y="1399983"/>
                </a:lnTo>
                <a:lnTo>
                  <a:pt x="3083177" y="1447291"/>
                </a:lnTo>
                <a:lnTo>
                  <a:pt x="3085365" y="1494987"/>
                </a:lnTo>
                <a:lnTo>
                  <a:pt x="3086099" y="1543049"/>
                </a:lnTo>
                <a:lnTo>
                  <a:pt x="3085365" y="1591112"/>
                </a:lnTo>
                <a:lnTo>
                  <a:pt x="3083177" y="1638808"/>
                </a:lnTo>
                <a:lnTo>
                  <a:pt x="3079555" y="1686116"/>
                </a:lnTo>
                <a:lnTo>
                  <a:pt x="3074522" y="1733016"/>
                </a:lnTo>
                <a:lnTo>
                  <a:pt x="3068099" y="1779486"/>
                </a:lnTo>
                <a:lnTo>
                  <a:pt x="3060306" y="1825505"/>
                </a:lnTo>
                <a:lnTo>
                  <a:pt x="3051166" y="1871051"/>
                </a:lnTo>
                <a:lnTo>
                  <a:pt x="3040700" y="1916103"/>
                </a:lnTo>
                <a:lnTo>
                  <a:pt x="3028929" y="1960639"/>
                </a:lnTo>
                <a:lnTo>
                  <a:pt x="3015874" y="2004639"/>
                </a:lnTo>
                <a:lnTo>
                  <a:pt x="3001557" y="2048081"/>
                </a:lnTo>
                <a:lnTo>
                  <a:pt x="2985999" y="2090943"/>
                </a:lnTo>
                <a:lnTo>
                  <a:pt x="2969221" y="2133205"/>
                </a:lnTo>
                <a:lnTo>
                  <a:pt x="2951246" y="2174845"/>
                </a:lnTo>
                <a:lnTo>
                  <a:pt x="2932093" y="2215841"/>
                </a:lnTo>
                <a:lnTo>
                  <a:pt x="2911785" y="2256172"/>
                </a:lnTo>
                <a:lnTo>
                  <a:pt x="2890343" y="2295818"/>
                </a:lnTo>
                <a:lnTo>
                  <a:pt x="2867787" y="2334756"/>
                </a:lnTo>
                <a:lnTo>
                  <a:pt x="2844140" y="2372965"/>
                </a:lnTo>
                <a:lnTo>
                  <a:pt x="2819423" y="2410424"/>
                </a:lnTo>
                <a:lnTo>
                  <a:pt x="2793658" y="2447112"/>
                </a:lnTo>
                <a:lnTo>
                  <a:pt x="2766864" y="2483006"/>
                </a:lnTo>
                <a:lnTo>
                  <a:pt x="2739065" y="2518087"/>
                </a:lnTo>
                <a:lnTo>
                  <a:pt x="2710280" y="2552333"/>
                </a:lnTo>
                <a:lnTo>
                  <a:pt x="2680532" y="2585721"/>
                </a:lnTo>
                <a:lnTo>
                  <a:pt x="2649842" y="2618231"/>
                </a:lnTo>
                <a:lnTo>
                  <a:pt x="2618232" y="2649842"/>
                </a:lnTo>
                <a:lnTo>
                  <a:pt x="2585721" y="2680532"/>
                </a:lnTo>
                <a:lnTo>
                  <a:pt x="2552333" y="2710280"/>
                </a:lnTo>
                <a:lnTo>
                  <a:pt x="2518087" y="2739065"/>
                </a:lnTo>
                <a:lnTo>
                  <a:pt x="2483007" y="2766864"/>
                </a:lnTo>
                <a:lnTo>
                  <a:pt x="2447112" y="2793657"/>
                </a:lnTo>
                <a:lnTo>
                  <a:pt x="2410424" y="2819423"/>
                </a:lnTo>
                <a:lnTo>
                  <a:pt x="2372965" y="2844140"/>
                </a:lnTo>
                <a:lnTo>
                  <a:pt x="2334756" y="2867787"/>
                </a:lnTo>
                <a:lnTo>
                  <a:pt x="2295818" y="2890342"/>
                </a:lnTo>
                <a:lnTo>
                  <a:pt x="2256173" y="2911785"/>
                </a:lnTo>
                <a:lnTo>
                  <a:pt x="2215841" y="2932093"/>
                </a:lnTo>
                <a:lnTo>
                  <a:pt x="2174845" y="2951246"/>
                </a:lnTo>
                <a:lnTo>
                  <a:pt x="2133205" y="2969221"/>
                </a:lnTo>
                <a:lnTo>
                  <a:pt x="2090944" y="2985999"/>
                </a:lnTo>
                <a:lnTo>
                  <a:pt x="2048081" y="3001557"/>
                </a:lnTo>
                <a:lnTo>
                  <a:pt x="2004639" y="3015874"/>
                </a:lnTo>
                <a:lnTo>
                  <a:pt x="1960640" y="3028929"/>
                </a:lnTo>
                <a:lnTo>
                  <a:pt x="1916103" y="3040700"/>
                </a:lnTo>
                <a:lnTo>
                  <a:pt x="1871051" y="3051166"/>
                </a:lnTo>
                <a:lnTo>
                  <a:pt x="1825505" y="3060306"/>
                </a:lnTo>
                <a:lnTo>
                  <a:pt x="1779486" y="3068099"/>
                </a:lnTo>
                <a:lnTo>
                  <a:pt x="1733016" y="3074522"/>
                </a:lnTo>
                <a:lnTo>
                  <a:pt x="1686116" y="3079555"/>
                </a:lnTo>
                <a:lnTo>
                  <a:pt x="1638808" y="3083177"/>
                </a:lnTo>
                <a:lnTo>
                  <a:pt x="1591112" y="3085365"/>
                </a:lnTo>
                <a:lnTo>
                  <a:pt x="1543049" y="3086099"/>
                </a:lnTo>
                <a:close/>
              </a:path>
            </a:pathLst>
          </a:custGeom>
          <a:solidFill>
            <a:srgbClr val="005B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377653" y="3124735"/>
            <a:ext cx="3086100" cy="3086100"/>
          </a:xfrm>
          <a:custGeom>
            <a:avLst/>
            <a:gdLst/>
            <a:ahLst/>
            <a:cxnLst/>
            <a:rect l="l" t="t" r="r" b="b"/>
            <a:pathLst>
              <a:path w="3086100" h="3086100">
                <a:moveTo>
                  <a:pt x="1543049" y="3086099"/>
                </a:moveTo>
                <a:lnTo>
                  <a:pt x="1494987" y="3085365"/>
                </a:lnTo>
                <a:lnTo>
                  <a:pt x="1447291" y="3083177"/>
                </a:lnTo>
                <a:lnTo>
                  <a:pt x="1399983" y="3079555"/>
                </a:lnTo>
                <a:lnTo>
                  <a:pt x="1353083" y="3074522"/>
                </a:lnTo>
                <a:lnTo>
                  <a:pt x="1306613" y="3068099"/>
                </a:lnTo>
                <a:lnTo>
                  <a:pt x="1260594" y="3060306"/>
                </a:lnTo>
                <a:lnTo>
                  <a:pt x="1215048" y="3051166"/>
                </a:lnTo>
                <a:lnTo>
                  <a:pt x="1169996" y="3040700"/>
                </a:lnTo>
                <a:lnTo>
                  <a:pt x="1125459" y="3028929"/>
                </a:lnTo>
                <a:lnTo>
                  <a:pt x="1081460" y="3015874"/>
                </a:lnTo>
                <a:lnTo>
                  <a:pt x="1038018" y="3001557"/>
                </a:lnTo>
                <a:lnTo>
                  <a:pt x="995155" y="2985999"/>
                </a:lnTo>
                <a:lnTo>
                  <a:pt x="952894" y="2969221"/>
                </a:lnTo>
                <a:lnTo>
                  <a:pt x="911254" y="2951246"/>
                </a:lnTo>
                <a:lnTo>
                  <a:pt x="870258" y="2932093"/>
                </a:lnTo>
                <a:lnTo>
                  <a:pt x="829926" y="2911785"/>
                </a:lnTo>
                <a:lnTo>
                  <a:pt x="790281" y="2890342"/>
                </a:lnTo>
                <a:lnTo>
                  <a:pt x="751343" y="2867787"/>
                </a:lnTo>
                <a:lnTo>
                  <a:pt x="713134" y="2844140"/>
                </a:lnTo>
                <a:lnTo>
                  <a:pt x="675675" y="2819423"/>
                </a:lnTo>
                <a:lnTo>
                  <a:pt x="638987" y="2793657"/>
                </a:lnTo>
                <a:lnTo>
                  <a:pt x="603092" y="2766864"/>
                </a:lnTo>
                <a:lnTo>
                  <a:pt x="568011" y="2739065"/>
                </a:lnTo>
                <a:lnTo>
                  <a:pt x="533766" y="2710280"/>
                </a:lnTo>
                <a:lnTo>
                  <a:pt x="500378" y="2680532"/>
                </a:lnTo>
                <a:lnTo>
                  <a:pt x="467867" y="2649842"/>
                </a:lnTo>
                <a:lnTo>
                  <a:pt x="436257" y="2618231"/>
                </a:lnTo>
                <a:lnTo>
                  <a:pt x="405567" y="2585721"/>
                </a:lnTo>
                <a:lnTo>
                  <a:pt x="375819" y="2552333"/>
                </a:lnTo>
                <a:lnTo>
                  <a:pt x="347034" y="2518087"/>
                </a:lnTo>
                <a:lnTo>
                  <a:pt x="319235" y="2483006"/>
                </a:lnTo>
                <a:lnTo>
                  <a:pt x="292441" y="2447112"/>
                </a:lnTo>
                <a:lnTo>
                  <a:pt x="266676" y="2410424"/>
                </a:lnTo>
                <a:lnTo>
                  <a:pt x="241959" y="2372965"/>
                </a:lnTo>
                <a:lnTo>
                  <a:pt x="218312" y="2334756"/>
                </a:lnTo>
                <a:lnTo>
                  <a:pt x="195756" y="2295818"/>
                </a:lnTo>
                <a:lnTo>
                  <a:pt x="174314" y="2256172"/>
                </a:lnTo>
                <a:lnTo>
                  <a:pt x="154006" y="2215841"/>
                </a:lnTo>
                <a:lnTo>
                  <a:pt x="134853" y="2174845"/>
                </a:lnTo>
                <a:lnTo>
                  <a:pt x="116878" y="2133205"/>
                </a:lnTo>
                <a:lnTo>
                  <a:pt x="100100" y="2090943"/>
                </a:lnTo>
                <a:lnTo>
                  <a:pt x="84542" y="2048081"/>
                </a:lnTo>
                <a:lnTo>
                  <a:pt x="70225" y="2004639"/>
                </a:lnTo>
                <a:lnTo>
                  <a:pt x="57170" y="1960639"/>
                </a:lnTo>
                <a:lnTo>
                  <a:pt x="45399" y="1916103"/>
                </a:lnTo>
                <a:lnTo>
                  <a:pt x="34933" y="1871051"/>
                </a:lnTo>
                <a:lnTo>
                  <a:pt x="25793" y="1825505"/>
                </a:lnTo>
                <a:lnTo>
                  <a:pt x="18000" y="1779486"/>
                </a:lnTo>
                <a:lnTo>
                  <a:pt x="11577" y="1733016"/>
                </a:lnTo>
                <a:lnTo>
                  <a:pt x="6544" y="1686116"/>
                </a:lnTo>
                <a:lnTo>
                  <a:pt x="2922" y="1638808"/>
                </a:lnTo>
                <a:lnTo>
                  <a:pt x="734" y="1591112"/>
                </a:lnTo>
                <a:lnTo>
                  <a:pt x="0" y="1543049"/>
                </a:lnTo>
                <a:lnTo>
                  <a:pt x="734" y="1494987"/>
                </a:lnTo>
                <a:lnTo>
                  <a:pt x="2922" y="1447291"/>
                </a:lnTo>
                <a:lnTo>
                  <a:pt x="6544" y="1399983"/>
                </a:lnTo>
                <a:lnTo>
                  <a:pt x="11577" y="1353083"/>
                </a:lnTo>
                <a:lnTo>
                  <a:pt x="18000" y="1306613"/>
                </a:lnTo>
                <a:lnTo>
                  <a:pt x="25793" y="1260594"/>
                </a:lnTo>
                <a:lnTo>
                  <a:pt x="34933" y="1215048"/>
                </a:lnTo>
                <a:lnTo>
                  <a:pt x="45399" y="1169996"/>
                </a:lnTo>
                <a:lnTo>
                  <a:pt x="57170" y="1125460"/>
                </a:lnTo>
                <a:lnTo>
                  <a:pt x="70225" y="1081460"/>
                </a:lnTo>
                <a:lnTo>
                  <a:pt x="84542" y="1038018"/>
                </a:lnTo>
                <a:lnTo>
                  <a:pt x="100100" y="995156"/>
                </a:lnTo>
                <a:lnTo>
                  <a:pt x="116878" y="952894"/>
                </a:lnTo>
                <a:lnTo>
                  <a:pt x="134853" y="911254"/>
                </a:lnTo>
                <a:lnTo>
                  <a:pt x="154006" y="870258"/>
                </a:lnTo>
                <a:lnTo>
                  <a:pt x="174314" y="829927"/>
                </a:lnTo>
                <a:lnTo>
                  <a:pt x="195756" y="790281"/>
                </a:lnTo>
                <a:lnTo>
                  <a:pt x="218312" y="751343"/>
                </a:lnTo>
                <a:lnTo>
                  <a:pt x="241959" y="713134"/>
                </a:lnTo>
                <a:lnTo>
                  <a:pt x="266676" y="675675"/>
                </a:lnTo>
                <a:lnTo>
                  <a:pt x="292441" y="638987"/>
                </a:lnTo>
                <a:lnTo>
                  <a:pt x="319235" y="603092"/>
                </a:lnTo>
                <a:lnTo>
                  <a:pt x="347034" y="568012"/>
                </a:lnTo>
                <a:lnTo>
                  <a:pt x="375819" y="533766"/>
                </a:lnTo>
                <a:lnTo>
                  <a:pt x="405567" y="500378"/>
                </a:lnTo>
                <a:lnTo>
                  <a:pt x="436257" y="467868"/>
                </a:lnTo>
                <a:lnTo>
                  <a:pt x="467867" y="436257"/>
                </a:lnTo>
                <a:lnTo>
                  <a:pt x="500378" y="405567"/>
                </a:lnTo>
                <a:lnTo>
                  <a:pt x="533766" y="375819"/>
                </a:lnTo>
                <a:lnTo>
                  <a:pt x="568011" y="347034"/>
                </a:lnTo>
                <a:lnTo>
                  <a:pt x="603092" y="319235"/>
                </a:lnTo>
                <a:lnTo>
                  <a:pt x="638987" y="292442"/>
                </a:lnTo>
                <a:lnTo>
                  <a:pt x="675675" y="266676"/>
                </a:lnTo>
                <a:lnTo>
                  <a:pt x="713134" y="241959"/>
                </a:lnTo>
                <a:lnTo>
                  <a:pt x="751343" y="218312"/>
                </a:lnTo>
                <a:lnTo>
                  <a:pt x="790281" y="195757"/>
                </a:lnTo>
                <a:lnTo>
                  <a:pt x="829926" y="174314"/>
                </a:lnTo>
                <a:lnTo>
                  <a:pt x="870258" y="154006"/>
                </a:lnTo>
                <a:lnTo>
                  <a:pt x="911254" y="134853"/>
                </a:lnTo>
                <a:lnTo>
                  <a:pt x="952894" y="116878"/>
                </a:lnTo>
                <a:lnTo>
                  <a:pt x="995155" y="100100"/>
                </a:lnTo>
                <a:lnTo>
                  <a:pt x="1038018" y="84542"/>
                </a:lnTo>
                <a:lnTo>
                  <a:pt x="1081460" y="70225"/>
                </a:lnTo>
                <a:lnTo>
                  <a:pt x="1125459" y="57170"/>
                </a:lnTo>
                <a:lnTo>
                  <a:pt x="1169996" y="45399"/>
                </a:lnTo>
                <a:lnTo>
                  <a:pt x="1215048" y="34933"/>
                </a:lnTo>
                <a:lnTo>
                  <a:pt x="1260594" y="25793"/>
                </a:lnTo>
                <a:lnTo>
                  <a:pt x="1306613" y="18000"/>
                </a:lnTo>
                <a:lnTo>
                  <a:pt x="1353083" y="11577"/>
                </a:lnTo>
                <a:lnTo>
                  <a:pt x="1399983" y="6544"/>
                </a:lnTo>
                <a:lnTo>
                  <a:pt x="1447291" y="2922"/>
                </a:lnTo>
                <a:lnTo>
                  <a:pt x="1494987" y="734"/>
                </a:lnTo>
                <a:lnTo>
                  <a:pt x="1543049" y="0"/>
                </a:lnTo>
                <a:lnTo>
                  <a:pt x="1591112" y="734"/>
                </a:lnTo>
                <a:lnTo>
                  <a:pt x="1638808" y="2922"/>
                </a:lnTo>
                <a:lnTo>
                  <a:pt x="1686116" y="6544"/>
                </a:lnTo>
                <a:lnTo>
                  <a:pt x="1733016" y="11577"/>
                </a:lnTo>
                <a:lnTo>
                  <a:pt x="1779486" y="18000"/>
                </a:lnTo>
                <a:lnTo>
                  <a:pt x="1825505" y="25793"/>
                </a:lnTo>
                <a:lnTo>
                  <a:pt x="1871051" y="34933"/>
                </a:lnTo>
                <a:lnTo>
                  <a:pt x="1916103" y="45399"/>
                </a:lnTo>
                <a:lnTo>
                  <a:pt x="1960639" y="57170"/>
                </a:lnTo>
                <a:lnTo>
                  <a:pt x="2004639" y="70225"/>
                </a:lnTo>
                <a:lnTo>
                  <a:pt x="2048081" y="84542"/>
                </a:lnTo>
                <a:lnTo>
                  <a:pt x="2090944" y="100100"/>
                </a:lnTo>
                <a:lnTo>
                  <a:pt x="2133205" y="116878"/>
                </a:lnTo>
                <a:lnTo>
                  <a:pt x="2174845" y="134853"/>
                </a:lnTo>
                <a:lnTo>
                  <a:pt x="2215841" y="154006"/>
                </a:lnTo>
                <a:lnTo>
                  <a:pt x="2256172" y="174314"/>
                </a:lnTo>
                <a:lnTo>
                  <a:pt x="2295818" y="195757"/>
                </a:lnTo>
                <a:lnTo>
                  <a:pt x="2334756" y="218312"/>
                </a:lnTo>
                <a:lnTo>
                  <a:pt x="2372965" y="241959"/>
                </a:lnTo>
                <a:lnTo>
                  <a:pt x="2410424" y="266676"/>
                </a:lnTo>
                <a:lnTo>
                  <a:pt x="2447112" y="292442"/>
                </a:lnTo>
                <a:lnTo>
                  <a:pt x="2483007" y="319235"/>
                </a:lnTo>
                <a:lnTo>
                  <a:pt x="2518087" y="347034"/>
                </a:lnTo>
                <a:lnTo>
                  <a:pt x="2552333" y="375819"/>
                </a:lnTo>
                <a:lnTo>
                  <a:pt x="2585721" y="405567"/>
                </a:lnTo>
                <a:lnTo>
                  <a:pt x="2618231" y="436257"/>
                </a:lnTo>
                <a:lnTo>
                  <a:pt x="2649842" y="467868"/>
                </a:lnTo>
                <a:lnTo>
                  <a:pt x="2680532" y="500378"/>
                </a:lnTo>
                <a:lnTo>
                  <a:pt x="2710280" y="533766"/>
                </a:lnTo>
                <a:lnTo>
                  <a:pt x="2739065" y="568012"/>
                </a:lnTo>
                <a:lnTo>
                  <a:pt x="2766864" y="603092"/>
                </a:lnTo>
                <a:lnTo>
                  <a:pt x="2793658" y="638987"/>
                </a:lnTo>
                <a:lnTo>
                  <a:pt x="2819423" y="675675"/>
                </a:lnTo>
                <a:lnTo>
                  <a:pt x="2844140" y="713134"/>
                </a:lnTo>
                <a:lnTo>
                  <a:pt x="2867787" y="751343"/>
                </a:lnTo>
                <a:lnTo>
                  <a:pt x="2890342" y="790281"/>
                </a:lnTo>
                <a:lnTo>
                  <a:pt x="2911785" y="829927"/>
                </a:lnTo>
                <a:lnTo>
                  <a:pt x="2932093" y="870258"/>
                </a:lnTo>
                <a:lnTo>
                  <a:pt x="2951246" y="911254"/>
                </a:lnTo>
                <a:lnTo>
                  <a:pt x="2969221" y="952894"/>
                </a:lnTo>
                <a:lnTo>
                  <a:pt x="2985999" y="995156"/>
                </a:lnTo>
                <a:lnTo>
                  <a:pt x="3001557" y="1038018"/>
                </a:lnTo>
                <a:lnTo>
                  <a:pt x="3015874" y="1081460"/>
                </a:lnTo>
                <a:lnTo>
                  <a:pt x="3028929" y="1125460"/>
                </a:lnTo>
                <a:lnTo>
                  <a:pt x="3040700" y="1169996"/>
                </a:lnTo>
                <a:lnTo>
                  <a:pt x="3051166" y="1215048"/>
                </a:lnTo>
                <a:lnTo>
                  <a:pt x="3060306" y="1260594"/>
                </a:lnTo>
                <a:lnTo>
                  <a:pt x="3068099" y="1306613"/>
                </a:lnTo>
                <a:lnTo>
                  <a:pt x="3074522" y="1353083"/>
                </a:lnTo>
                <a:lnTo>
                  <a:pt x="3079555" y="1399983"/>
                </a:lnTo>
                <a:lnTo>
                  <a:pt x="3083177" y="1447291"/>
                </a:lnTo>
                <a:lnTo>
                  <a:pt x="3085365" y="1494987"/>
                </a:lnTo>
                <a:lnTo>
                  <a:pt x="3086099" y="1543049"/>
                </a:lnTo>
                <a:lnTo>
                  <a:pt x="3085365" y="1591112"/>
                </a:lnTo>
                <a:lnTo>
                  <a:pt x="3083177" y="1638808"/>
                </a:lnTo>
                <a:lnTo>
                  <a:pt x="3079555" y="1686116"/>
                </a:lnTo>
                <a:lnTo>
                  <a:pt x="3074522" y="1733016"/>
                </a:lnTo>
                <a:lnTo>
                  <a:pt x="3068099" y="1779486"/>
                </a:lnTo>
                <a:lnTo>
                  <a:pt x="3060306" y="1825505"/>
                </a:lnTo>
                <a:lnTo>
                  <a:pt x="3051166" y="1871051"/>
                </a:lnTo>
                <a:lnTo>
                  <a:pt x="3040700" y="1916103"/>
                </a:lnTo>
                <a:lnTo>
                  <a:pt x="3028929" y="1960639"/>
                </a:lnTo>
                <a:lnTo>
                  <a:pt x="3015874" y="2004639"/>
                </a:lnTo>
                <a:lnTo>
                  <a:pt x="3001557" y="2048081"/>
                </a:lnTo>
                <a:lnTo>
                  <a:pt x="2985999" y="2090943"/>
                </a:lnTo>
                <a:lnTo>
                  <a:pt x="2969221" y="2133205"/>
                </a:lnTo>
                <a:lnTo>
                  <a:pt x="2951246" y="2174845"/>
                </a:lnTo>
                <a:lnTo>
                  <a:pt x="2932093" y="2215841"/>
                </a:lnTo>
                <a:lnTo>
                  <a:pt x="2911785" y="2256172"/>
                </a:lnTo>
                <a:lnTo>
                  <a:pt x="2890342" y="2295818"/>
                </a:lnTo>
                <a:lnTo>
                  <a:pt x="2867787" y="2334756"/>
                </a:lnTo>
                <a:lnTo>
                  <a:pt x="2844140" y="2372965"/>
                </a:lnTo>
                <a:lnTo>
                  <a:pt x="2819423" y="2410424"/>
                </a:lnTo>
                <a:lnTo>
                  <a:pt x="2793658" y="2447112"/>
                </a:lnTo>
                <a:lnTo>
                  <a:pt x="2766864" y="2483006"/>
                </a:lnTo>
                <a:lnTo>
                  <a:pt x="2739065" y="2518087"/>
                </a:lnTo>
                <a:lnTo>
                  <a:pt x="2710280" y="2552333"/>
                </a:lnTo>
                <a:lnTo>
                  <a:pt x="2680532" y="2585721"/>
                </a:lnTo>
                <a:lnTo>
                  <a:pt x="2649842" y="2618231"/>
                </a:lnTo>
                <a:lnTo>
                  <a:pt x="2618231" y="2649842"/>
                </a:lnTo>
                <a:lnTo>
                  <a:pt x="2585721" y="2680532"/>
                </a:lnTo>
                <a:lnTo>
                  <a:pt x="2552333" y="2710280"/>
                </a:lnTo>
                <a:lnTo>
                  <a:pt x="2518087" y="2739065"/>
                </a:lnTo>
                <a:lnTo>
                  <a:pt x="2483007" y="2766864"/>
                </a:lnTo>
                <a:lnTo>
                  <a:pt x="2447112" y="2793657"/>
                </a:lnTo>
                <a:lnTo>
                  <a:pt x="2410424" y="2819423"/>
                </a:lnTo>
                <a:lnTo>
                  <a:pt x="2372965" y="2844140"/>
                </a:lnTo>
                <a:lnTo>
                  <a:pt x="2334756" y="2867787"/>
                </a:lnTo>
                <a:lnTo>
                  <a:pt x="2295818" y="2890342"/>
                </a:lnTo>
                <a:lnTo>
                  <a:pt x="2256172" y="2911785"/>
                </a:lnTo>
                <a:lnTo>
                  <a:pt x="2215841" y="2932093"/>
                </a:lnTo>
                <a:lnTo>
                  <a:pt x="2174845" y="2951246"/>
                </a:lnTo>
                <a:lnTo>
                  <a:pt x="2133205" y="2969221"/>
                </a:lnTo>
                <a:lnTo>
                  <a:pt x="2090944" y="2985999"/>
                </a:lnTo>
                <a:lnTo>
                  <a:pt x="2048081" y="3001557"/>
                </a:lnTo>
                <a:lnTo>
                  <a:pt x="2004639" y="3015874"/>
                </a:lnTo>
                <a:lnTo>
                  <a:pt x="1960639" y="3028929"/>
                </a:lnTo>
                <a:lnTo>
                  <a:pt x="1916103" y="3040700"/>
                </a:lnTo>
                <a:lnTo>
                  <a:pt x="1871051" y="3051166"/>
                </a:lnTo>
                <a:lnTo>
                  <a:pt x="1825505" y="3060306"/>
                </a:lnTo>
                <a:lnTo>
                  <a:pt x="1779486" y="3068099"/>
                </a:lnTo>
                <a:lnTo>
                  <a:pt x="1733016" y="3074522"/>
                </a:lnTo>
                <a:lnTo>
                  <a:pt x="1686116" y="3079555"/>
                </a:lnTo>
                <a:lnTo>
                  <a:pt x="1638808" y="3083177"/>
                </a:lnTo>
                <a:lnTo>
                  <a:pt x="1591112" y="3085365"/>
                </a:lnTo>
                <a:lnTo>
                  <a:pt x="1543049" y="3086099"/>
                </a:lnTo>
                <a:close/>
              </a:path>
            </a:pathLst>
          </a:custGeom>
          <a:solidFill>
            <a:srgbClr val="005BE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5899" y="4047201"/>
            <a:ext cx="1028699" cy="1238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85354" y="3938027"/>
            <a:ext cx="809624" cy="14573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73539" y="3923335"/>
            <a:ext cx="1066799" cy="13620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201674" y="4005679"/>
            <a:ext cx="1438274" cy="1200149"/>
          </a:xfrm>
          <a:prstGeom prst="rect">
            <a:avLst/>
          </a:prstGeom>
        </p:spPr>
      </p:pic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291080">
              <a:lnSpc>
                <a:spcPct val="100000"/>
              </a:lnSpc>
              <a:spcBef>
                <a:spcPts val="105"/>
              </a:spcBef>
            </a:pPr>
            <a:r>
              <a:rPr dirty="0"/>
              <a:t>How</a:t>
            </a:r>
            <a:r>
              <a:rPr dirty="0" spc="-540"/>
              <a:t> </a:t>
            </a:r>
            <a:r>
              <a:rPr dirty="0" spc="-380"/>
              <a:t>It</a:t>
            </a:r>
            <a:r>
              <a:rPr dirty="0" spc="-355"/>
              <a:t> </a:t>
            </a:r>
            <a:r>
              <a:rPr dirty="0" spc="-325"/>
              <a:t>Works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577230" y="6321533"/>
            <a:ext cx="1989455" cy="1454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2384">
              <a:lnSpc>
                <a:spcPct val="115700"/>
              </a:lnSpc>
              <a:spcBef>
                <a:spcPts val="100"/>
              </a:spcBef>
            </a:pPr>
            <a:r>
              <a:rPr dirty="0" sz="4050" spc="-10">
                <a:solidFill>
                  <a:srgbClr val="040D9A"/>
                </a:solidFill>
                <a:latin typeface="Verdana"/>
                <a:cs typeface="Verdana"/>
              </a:rPr>
              <a:t>Upload </a:t>
            </a:r>
            <a:r>
              <a:rPr dirty="0" sz="4050" spc="-145">
                <a:solidFill>
                  <a:srgbClr val="040D9A"/>
                </a:solidFill>
                <a:latin typeface="Verdana"/>
                <a:cs typeface="Verdana"/>
              </a:rPr>
              <a:t>Resume</a:t>
            </a:r>
            <a:endParaRPr sz="405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15055" y="6321533"/>
            <a:ext cx="3182620" cy="1454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36245" marR="5080" indent="-424180">
              <a:lnSpc>
                <a:spcPct val="115700"/>
              </a:lnSpc>
              <a:spcBef>
                <a:spcPts val="100"/>
              </a:spcBef>
            </a:pPr>
            <a:r>
              <a:rPr dirty="0" sz="4050" spc="-225">
                <a:solidFill>
                  <a:srgbClr val="040D9A"/>
                </a:solidFill>
                <a:latin typeface="Verdana"/>
                <a:cs typeface="Verdana"/>
              </a:rPr>
              <a:t>AI</a:t>
            </a:r>
            <a:r>
              <a:rPr dirty="0" sz="4050" spc="-135">
                <a:solidFill>
                  <a:srgbClr val="040D9A"/>
                </a:solidFill>
                <a:latin typeface="Verdana"/>
                <a:cs typeface="Verdana"/>
              </a:rPr>
              <a:t> </a:t>
            </a:r>
            <a:r>
              <a:rPr dirty="0" sz="4050" spc="-150">
                <a:solidFill>
                  <a:srgbClr val="040D9A"/>
                </a:solidFill>
                <a:latin typeface="Verdana"/>
                <a:cs typeface="Verdana"/>
              </a:rPr>
              <a:t>Generates </a:t>
            </a:r>
            <a:r>
              <a:rPr dirty="0" sz="4050" spc="-10">
                <a:solidFill>
                  <a:srgbClr val="040D9A"/>
                </a:solidFill>
                <a:latin typeface="Verdana"/>
                <a:cs typeface="Verdana"/>
              </a:rPr>
              <a:t>Questions</a:t>
            </a:r>
            <a:endParaRPr sz="405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740468" y="6321533"/>
            <a:ext cx="2110740" cy="1454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384" marR="5080" indent="-20320">
              <a:lnSpc>
                <a:spcPct val="115700"/>
              </a:lnSpc>
              <a:spcBef>
                <a:spcPts val="100"/>
              </a:spcBef>
            </a:pPr>
            <a:r>
              <a:rPr dirty="0" sz="4050" spc="-10">
                <a:solidFill>
                  <a:srgbClr val="040D9A"/>
                </a:solidFill>
                <a:latin typeface="Verdana"/>
                <a:cs typeface="Verdana"/>
              </a:rPr>
              <a:t>Student </a:t>
            </a:r>
            <a:r>
              <a:rPr dirty="0" sz="4050" spc="-120">
                <a:solidFill>
                  <a:srgbClr val="040D9A"/>
                </a:solidFill>
                <a:latin typeface="Verdana"/>
                <a:cs typeface="Verdana"/>
              </a:rPr>
              <a:t>Answers</a:t>
            </a:r>
            <a:endParaRPr sz="405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969620" y="6321533"/>
            <a:ext cx="2313305" cy="1454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23825">
              <a:lnSpc>
                <a:spcPct val="115700"/>
              </a:lnSpc>
              <a:spcBef>
                <a:spcPts val="100"/>
              </a:spcBef>
            </a:pPr>
            <a:r>
              <a:rPr dirty="0" sz="4050" spc="-10">
                <a:solidFill>
                  <a:srgbClr val="040D9A"/>
                </a:solidFill>
                <a:latin typeface="Verdana"/>
                <a:cs typeface="Verdana"/>
              </a:rPr>
              <a:t>Receive </a:t>
            </a:r>
            <a:r>
              <a:rPr dirty="0" sz="4050" spc="-155">
                <a:solidFill>
                  <a:srgbClr val="040D9A"/>
                </a:solidFill>
                <a:latin typeface="Verdana"/>
                <a:cs typeface="Verdana"/>
              </a:rPr>
              <a:t>Feedback</a:t>
            </a:r>
            <a:endParaRPr sz="40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3644599" cy="337419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939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pc="95"/>
              <a:t>Backend</a:t>
            </a:r>
          </a:p>
          <a:p>
            <a:pPr marL="12700" marR="5080">
              <a:lnSpc>
                <a:spcPts val="4420"/>
              </a:lnSpc>
              <a:spcBef>
                <a:spcPts val="260"/>
              </a:spcBef>
            </a:pPr>
            <a:r>
              <a:rPr dirty="0" spc="80" b="0">
                <a:latin typeface="Arial MT"/>
                <a:cs typeface="Arial MT"/>
              </a:rPr>
              <a:t>Node.js</a:t>
            </a:r>
            <a:r>
              <a:rPr dirty="0" spc="-25" b="0">
                <a:latin typeface="Arial MT"/>
                <a:cs typeface="Arial MT"/>
              </a:rPr>
              <a:t> </a:t>
            </a:r>
            <a:r>
              <a:rPr dirty="0" spc="-260" b="0">
                <a:latin typeface="Arial MT"/>
                <a:cs typeface="Arial MT"/>
              </a:rPr>
              <a:t>+</a:t>
            </a:r>
            <a:r>
              <a:rPr dirty="0" spc="-2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Express.js</a:t>
            </a:r>
            <a:r>
              <a:rPr dirty="0" spc="-25" b="0">
                <a:latin typeface="Arial MT"/>
                <a:cs typeface="Arial MT"/>
              </a:rPr>
              <a:t> </a:t>
            </a:r>
            <a:r>
              <a:rPr dirty="0" spc="-1450" b="0">
                <a:latin typeface="Arial MT"/>
                <a:cs typeface="Arial MT"/>
              </a:rPr>
              <a:t>—</a:t>
            </a:r>
            <a:r>
              <a:rPr dirty="0" spc="-20" b="0">
                <a:latin typeface="Arial MT"/>
                <a:cs typeface="Arial MT"/>
              </a:rPr>
              <a:t> </a:t>
            </a:r>
            <a:r>
              <a:rPr dirty="0" spc="75" b="0">
                <a:latin typeface="Arial MT"/>
                <a:cs typeface="Arial MT"/>
              </a:rPr>
              <a:t>Fast,</a:t>
            </a:r>
            <a:r>
              <a:rPr dirty="0" spc="-25" b="0">
                <a:latin typeface="Arial MT"/>
                <a:cs typeface="Arial MT"/>
              </a:rPr>
              <a:t> </a:t>
            </a:r>
            <a:r>
              <a:rPr dirty="0" spc="125" b="0">
                <a:latin typeface="Arial MT"/>
                <a:cs typeface="Arial MT"/>
              </a:rPr>
              <a:t>scalable</a:t>
            </a:r>
            <a:r>
              <a:rPr dirty="0" spc="-25" b="0">
                <a:latin typeface="Arial MT"/>
                <a:cs typeface="Arial MT"/>
              </a:rPr>
              <a:t> </a:t>
            </a:r>
            <a:r>
              <a:rPr dirty="0" spc="-20" b="0">
                <a:latin typeface="Arial MT"/>
                <a:cs typeface="Arial MT"/>
              </a:rPr>
              <a:t>REST </a:t>
            </a:r>
            <a:r>
              <a:rPr dirty="0" spc="295" b="0">
                <a:latin typeface="Arial MT"/>
                <a:cs typeface="Arial MT"/>
              </a:rPr>
              <a:t>API</a:t>
            </a:r>
            <a:r>
              <a:rPr dirty="0" spc="-75" b="0">
                <a:latin typeface="Arial MT"/>
                <a:cs typeface="Arial MT"/>
              </a:rPr>
              <a:t> </a:t>
            </a:r>
            <a:r>
              <a:rPr dirty="0" spc="75" b="0">
                <a:latin typeface="Arial MT"/>
                <a:cs typeface="Arial MT"/>
              </a:rPr>
              <a:t>server</a:t>
            </a:r>
            <a:r>
              <a:rPr dirty="0" spc="-70" b="0">
                <a:latin typeface="Arial MT"/>
                <a:cs typeface="Arial MT"/>
              </a:rPr>
              <a:t> </a:t>
            </a:r>
            <a:r>
              <a:rPr dirty="0" spc="145" b="0">
                <a:latin typeface="Arial MT"/>
                <a:cs typeface="Arial MT"/>
              </a:rPr>
              <a:t>handling</a:t>
            </a:r>
            <a:r>
              <a:rPr dirty="0" spc="-75" b="0">
                <a:latin typeface="Arial MT"/>
                <a:cs typeface="Arial MT"/>
              </a:rPr>
              <a:t> </a:t>
            </a:r>
            <a:r>
              <a:rPr dirty="0" spc="480" b="0">
                <a:latin typeface="Arial MT"/>
                <a:cs typeface="Arial MT"/>
              </a:rPr>
              <a:t>AI</a:t>
            </a:r>
            <a:r>
              <a:rPr dirty="0" spc="-70" b="0">
                <a:latin typeface="Arial MT"/>
                <a:cs typeface="Arial MT"/>
              </a:rPr>
              <a:t> </a:t>
            </a:r>
            <a:r>
              <a:rPr dirty="0" spc="130" b="0">
                <a:latin typeface="Arial MT"/>
                <a:cs typeface="Arial MT"/>
              </a:rPr>
              <a:t>orchestration, </a:t>
            </a:r>
            <a:r>
              <a:rPr dirty="0" spc="70" b="0">
                <a:latin typeface="Arial MT"/>
                <a:cs typeface="Arial MT"/>
              </a:rPr>
              <a:t>user</a:t>
            </a:r>
            <a:r>
              <a:rPr dirty="0" b="0">
                <a:latin typeface="Arial MT"/>
                <a:cs typeface="Arial MT"/>
              </a:rPr>
              <a:t> sessions, </a:t>
            </a:r>
            <a:r>
              <a:rPr dirty="0" spc="90" b="0">
                <a:latin typeface="Arial MT"/>
                <a:cs typeface="Arial MT"/>
              </a:rPr>
              <a:t>and</a:t>
            </a:r>
            <a:r>
              <a:rPr dirty="0" spc="5" b="0">
                <a:latin typeface="Arial MT"/>
                <a:cs typeface="Arial MT"/>
              </a:rPr>
              <a:t> </a:t>
            </a:r>
            <a:r>
              <a:rPr dirty="0" spc="145" b="0">
                <a:latin typeface="Arial MT"/>
                <a:cs typeface="Arial MT"/>
              </a:rPr>
              <a:t>data</a:t>
            </a:r>
            <a:r>
              <a:rPr dirty="0" b="0">
                <a:latin typeface="Arial MT"/>
                <a:cs typeface="Arial MT"/>
              </a:rPr>
              <a:t> </a:t>
            </a:r>
            <a:r>
              <a:rPr dirty="0" spc="65" b="0">
                <a:latin typeface="Arial MT"/>
                <a:cs typeface="Arial MT"/>
              </a:rPr>
              <a:t>processing.</a:t>
            </a: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pc="90"/>
              <a:t>Database</a:t>
            </a:r>
          </a:p>
          <a:p>
            <a:pPr marL="12700" marR="116839">
              <a:lnSpc>
                <a:spcPts val="4430"/>
              </a:lnSpc>
              <a:spcBef>
                <a:spcPts val="250"/>
              </a:spcBef>
            </a:pPr>
            <a:r>
              <a:rPr dirty="0" spc="75" b="0">
                <a:latin typeface="Arial MT"/>
                <a:cs typeface="Arial MT"/>
              </a:rPr>
              <a:t>MongoDB</a:t>
            </a:r>
            <a:r>
              <a:rPr dirty="0" spc="-65" b="0">
                <a:latin typeface="Arial MT"/>
                <a:cs typeface="Arial MT"/>
              </a:rPr>
              <a:t> </a:t>
            </a:r>
            <a:r>
              <a:rPr dirty="0" spc="-1450" b="0">
                <a:latin typeface="Arial MT"/>
                <a:cs typeface="Arial MT"/>
              </a:rPr>
              <a:t>—</a:t>
            </a:r>
            <a:r>
              <a:rPr dirty="0" spc="-65" b="0">
                <a:latin typeface="Arial MT"/>
                <a:cs typeface="Arial MT"/>
              </a:rPr>
              <a:t> </a:t>
            </a:r>
            <a:r>
              <a:rPr dirty="0" spc="125" b="0">
                <a:latin typeface="Arial MT"/>
                <a:cs typeface="Arial MT"/>
              </a:rPr>
              <a:t>Flexible</a:t>
            </a:r>
            <a:r>
              <a:rPr dirty="0" spc="-6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NoSQL</a:t>
            </a:r>
            <a:r>
              <a:rPr dirty="0" spc="-65" b="0">
                <a:latin typeface="Arial MT"/>
                <a:cs typeface="Arial MT"/>
              </a:rPr>
              <a:t> </a:t>
            </a:r>
            <a:r>
              <a:rPr dirty="0" spc="80" b="0">
                <a:latin typeface="Arial MT"/>
                <a:cs typeface="Arial MT"/>
              </a:rPr>
              <a:t>database </a:t>
            </a:r>
            <a:r>
              <a:rPr dirty="0" spc="140" b="0">
                <a:latin typeface="Arial MT"/>
                <a:cs typeface="Arial MT"/>
              </a:rPr>
              <a:t>storing</a:t>
            </a:r>
            <a:r>
              <a:rPr dirty="0" spc="-5" b="0">
                <a:latin typeface="Arial MT"/>
                <a:cs typeface="Arial MT"/>
              </a:rPr>
              <a:t> </a:t>
            </a:r>
            <a:r>
              <a:rPr dirty="0" spc="70" b="0">
                <a:latin typeface="Arial MT"/>
                <a:cs typeface="Arial MT"/>
              </a:rPr>
              <a:t>resumes,</a:t>
            </a:r>
            <a:r>
              <a:rPr dirty="0" spc="-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session </a:t>
            </a:r>
            <a:r>
              <a:rPr dirty="0" spc="140" b="0">
                <a:latin typeface="Arial MT"/>
                <a:cs typeface="Arial MT"/>
              </a:rPr>
              <a:t>data,</a:t>
            </a:r>
            <a:r>
              <a:rPr dirty="0" spc="-5" b="0">
                <a:latin typeface="Arial MT"/>
                <a:cs typeface="Arial MT"/>
              </a:rPr>
              <a:t> </a:t>
            </a:r>
            <a:r>
              <a:rPr dirty="0" spc="95" b="0">
                <a:latin typeface="Arial MT"/>
                <a:cs typeface="Arial MT"/>
              </a:rPr>
              <a:t>questions, </a:t>
            </a:r>
            <a:r>
              <a:rPr dirty="0" spc="90" b="0">
                <a:latin typeface="Arial MT"/>
                <a:cs typeface="Arial MT"/>
              </a:rPr>
              <a:t>and</a:t>
            </a:r>
            <a:r>
              <a:rPr dirty="0" spc="-70" b="0">
                <a:latin typeface="Arial MT"/>
                <a:cs typeface="Arial MT"/>
              </a:rPr>
              <a:t> </a:t>
            </a:r>
            <a:r>
              <a:rPr dirty="0" spc="114" b="0">
                <a:latin typeface="Arial MT"/>
                <a:cs typeface="Arial MT"/>
              </a:rPr>
              <a:t>feedback</a:t>
            </a:r>
            <a:r>
              <a:rPr dirty="0" spc="-70" b="0">
                <a:latin typeface="Arial MT"/>
                <a:cs typeface="Arial MT"/>
              </a:rPr>
              <a:t> </a:t>
            </a:r>
            <a:r>
              <a:rPr dirty="0" spc="105" b="0">
                <a:latin typeface="Arial MT"/>
                <a:cs typeface="Arial MT"/>
              </a:rPr>
              <a:t>reports.</a:t>
            </a: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pc="-10"/>
              <a:t>Frontend</a:t>
            </a:r>
          </a:p>
          <a:p>
            <a:pPr marL="12700" marR="123189">
              <a:lnSpc>
                <a:spcPts val="4420"/>
              </a:lnSpc>
              <a:spcBef>
                <a:spcPts val="120"/>
              </a:spcBef>
            </a:pPr>
            <a:r>
              <a:rPr dirty="0" spc="114" b="0">
                <a:latin typeface="Arial MT"/>
                <a:cs typeface="Arial MT"/>
              </a:rPr>
              <a:t>React</a:t>
            </a:r>
            <a:r>
              <a:rPr dirty="0" spc="-85" b="0">
                <a:latin typeface="Arial MT"/>
                <a:cs typeface="Arial MT"/>
              </a:rPr>
              <a:t> </a:t>
            </a:r>
            <a:r>
              <a:rPr dirty="0" spc="-260" b="0">
                <a:latin typeface="Arial MT"/>
                <a:cs typeface="Arial MT"/>
              </a:rPr>
              <a:t>+</a:t>
            </a:r>
            <a:r>
              <a:rPr dirty="0" spc="-80" b="0">
                <a:latin typeface="Arial MT"/>
                <a:cs typeface="Arial MT"/>
              </a:rPr>
              <a:t> </a:t>
            </a:r>
            <a:r>
              <a:rPr dirty="0" spc="114" b="0">
                <a:latin typeface="Arial MT"/>
                <a:cs typeface="Arial MT"/>
              </a:rPr>
              <a:t>React</a:t>
            </a:r>
            <a:r>
              <a:rPr dirty="0" spc="-80" b="0">
                <a:latin typeface="Arial MT"/>
                <a:cs typeface="Arial MT"/>
              </a:rPr>
              <a:t> </a:t>
            </a:r>
            <a:r>
              <a:rPr dirty="0" spc="125" b="0">
                <a:latin typeface="Arial MT"/>
                <a:cs typeface="Arial MT"/>
              </a:rPr>
              <a:t>Router</a:t>
            </a:r>
            <a:r>
              <a:rPr dirty="0" spc="-80" b="0">
                <a:latin typeface="Arial MT"/>
                <a:cs typeface="Arial MT"/>
              </a:rPr>
              <a:t> </a:t>
            </a:r>
            <a:r>
              <a:rPr dirty="0" spc="-260" b="0">
                <a:latin typeface="Arial MT"/>
                <a:cs typeface="Arial MT"/>
              </a:rPr>
              <a:t>+</a:t>
            </a:r>
            <a:r>
              <a:rPr dirty="0" spc="-80" b="0">
                <a:latin typeface="Arial MT"/>
                <a:cs typeface="Arial MT"/>
              </a:rPr>
              <a:t> </a:t>
            </a:r>
            <a:r>
              <a:rPr dirty="0" spc="145" b="0">
                <a:latin typeface="Arial MT"/>
                <a:cs typeface="Arial MT"/>
              </a:rPr>
              <a:t>Tailwind</a:t>
            </a:r>
            <a:r>
              <a:rPr dirty="0" spc="-80" b="0">
                <a:latin typeface="Arial MT"/>
                <a:cs typeface="Arial MT"/>
              </a:rPr>
              <a:t> </a:t>
            </a:r>
            <a:r>
              <a:rPr dirty="0" spc="-75" b="0">
                <a:latin typeface="Arial MT"/>
                <a:cs typeface="Arial MT"/>
              </a:rPr>
              <a:t>CSS</a:t>
            </a:r>
            <a:r>
              <a:rPr dirty="0" spc="-80" b="0">
                <a:latin typeface="Arial MT"/>
                <a:cs typeface="Arial MT"/>
              </a:rPr>
              <a:t> </a:t>
            </a:r>
            <a:r>
              <a:rPr dirty="0" spc="-1500" b="0">
                <a:latin typeface="Arial MT"/>
                <a:cs typeface="Arial MT"/>
              </a:rPr>
              <a:t>—</a:t>
            </a:r>
            <a:r>
              <a:rPr dirty="0" spc="95" b="0">
                <a:latin typeface="Arial MT"/>
                <a:cs typeface="Arial MT"/>
              </a:rPr>
              <a:t> Modern,</a:t>
            </a:r>
            <a:r>
              <a:rPr dirty="0" spc="-75" b="0">
                <a:latin typeface="Arial MT"/>
                <a:cs typeface="Arial MT"/>
              </a:rPr>
              <a:t> </a:t>
            </a:r>
            <a:r>
              <a:rPr dirty="0" spc="70" b="0">
                <a:latin typeface="Arial MT"/>
                <a:cs typeface="Arial MT"/>
              </a:rPr>
              <a:t>responsive</a:t>
            </a:r>
            <a:r>
              <a:rPr dirty="0" spc="-75" b="0">
                <a:latin typeface="Arial MT"/>
                <a:cs typeface="Arial MT"/>
              </a:rPr>
              <a:t> </a:t>
            </a:r>
            <a:r>
              <a:rPr dirty="0" spc="475" b="0">
                <a:latin typeface="Arial MT"/>
                <a:cs typeface="Arial MT"/>
              </a:rPr>
              <a:t>UI</a:t>
            </a:r>
            <a:r>
              <a:rPr dirty="0" spc="-75" b="0">
                <a:latin typeface="Arial MT"/>
                <a:cs typeface="Arial MT"/>
              </a:rPr>
              <a:t> </a:t>
            </a:r>
            <a:r>
              <a:rPr dirty="0" spc="140" b="0">
                <a:latin typeface="Arial MT"/>
                <a:cs typeface="Arial MT"/>
              </a:rPr>
              <a:t>delivering</a:t>
            </a:r>
            <a:r>
              <a:rPr dirty="0" spc="-75" b="0">
                <a:latin typeface="Arial MT"/>
                <a:cs typeface="Arial MT"/>
              </a:rPr>
              <a:t> </a:t>
            </a:r>
            <a:r>
              <a:rPr dirty="0" spc="50" b="0">
                <a:latin typeface="Arial MT"/>
                <a:cs typeface="Arial MT"/>
              </a:rPr>
              <a:t>a</a:t>
            </a:r>
            <a:r>
              <a:rPr dirty="0" spc="-75" b="0">
                <a:latin typeface="Arial MT"/>
                <a:cs typeface="Arial MT"/>
              </a:rPr>
              <a:t> </a:t>
            </a:r>
            <a:r>
              <a:rPr dirty="0" spc="130" b="0">
                <a:latin typeface="Arial MT"/>
                <a:cs typeface="Arial MT"/>
              </a:rPr>
              <a:t>clean </a:t>
            </a:r>
            <a:r>
              <a:rPr dirty="0" spc="90" b="0">
                <a:latin typeface="Arial MT"/>
                <a:cs typeface="Arial MT"/>
              </a:rPr>
              <a:t>and</a:t>
            </a:r>
            <a:r>
              <a:rPr dirty="0" spc="-75" b="0">
                <a:latin typeface="Arial MT"/>
                <a:cs typeface="Arial MT"/>
              </a:rPr>
              <a:t> </a:t>
            </a:r>
            <a:r>
              <a:rPr dirty="0" spc="210" b="0">
                <a:latin typeface="Arial MT"/>
                <a:cs typeface="Arial MT"/>
              </a:rPr>
              <a:t>intuitive</a:t>
            </a:r>
            <a:r>
              <a:rPr dirty="0" spc="-70" b="0">
                <a:latin typeface="Arial MT"/>
                <a:cs typeface="Arial MT"/>
              </a:rPr>
              <a:t> </a:t>
            </a:r>
            <a:r>
              <a:rPr dirty="0" spc="165" b="0">
                <a:latin typeface="Arial MT"/>
                <a:cs typeface="Arial MT"/>
              </a:rPr>
              <a:t>interview</a:t>
            </a:r>
            <a:r>
              <a:rPr dirty="0" spc="-75" b="0">
                <a:latin typeface="Arial MT"/>
                <a:cs typeface="Arial MT"/>
              </a:rPr>
              <a:t> </a:t>
            </a:r>
            <a:r>
              <a:rPr dirty="0" spc="75" b="0">
                <a:latin typeface="Arial MT"/>
                <a:cs typeface="Arial MT"/>
              </a:rPr>
              <a:t>experience.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645974" y="7042697"/>
            <a:ext cx="3642025" cy="324430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729342" y="0"/>
            <a:ext cx="2558657" cy="3374193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2595010"/>
            <a:ext cx="8705215" cy="7692390"/>
            <a:chOff x="0" y="2595010"/>
            <a:chExt cx="8705215" cy="7692390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7042697"/>
              <a:ext cx="2556267" cy="324430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71041" y="2595010"/>
              <a:ext cx="6334124" cy="6667499"/>
            </a:xfrm>
            <a:prstGeom prst="rect">
              <a:avLst/>
            </a:prstGeom>
          </p:spPr>
        </p:pic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5976735" y="957719"/>
            <a:ext cx="6334760" cy="14814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50" spc="-60"/>
              <a:t>Tech</a:t>
            </a:r>
            <a:r>
              <a:rPr dirty="0" sz="9550" spc="-770"/>
              <a:t> </a:t>
            </a:r>
            <a:r>
              <a:rPr dirty="0" sz="9550" spc="-459"/>
              <a:t>Stack</a:t>
            </a:r>
            <a:endParaRPr sz="95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2804790"/>
            <a:ext cx="514349" cy="4571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25807" y="4381301"/>
            <a:ext cx="9639299" cy="5419724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Platform</a:t>
            </a:r>
            <a:r>
              <a:rPr dirty="0" spc="-375"/>
              <a:t> </a:t>
            </a:r>
            <a:r>
              <a:rPr dirty="0" spc="-120"/>
              <a:t>Walkthrough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34830" y="2642826"/>
            <a:ext cx="14011275" cy="17360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50" spc="-45">
                <a:solidFill>
                  <a:srgbClr val="040D9A"/>
                </a:solidFill>
                <a:latin typeface="Verdana"/>
                <a:cs typeface="Verdana"/>
              </a:rPr>
              <a:t>Home</a:t>
            </a:r>
            <a:r>
              <a:rPr dirty="0" sz="4450" spc="-320">
                <a:solidFill>
                  <a:srgbClr val="040D9A"/>
                </a:solidFill>
                <a:latin typeface="Verdana"/>
                <a:cs typeface="Verdana"/>
              </a:rPr>
              <a:t> </a:t>
            </a:r>
            <a:r>
              <a:rPr dirty="0" sz="4450" spc="-55">
                <a:solidFill>
                  <a:srgbClr val="040D9A"/>
                </a:solidFill>
                <a:latin typeface="Verdana"/>
                <a:cs typeface="Verdana"/>
              </a:rPr>
              <a:t>Screen</a:t>
            </a:r>
            <a:endParaRPr sz="44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100" spc="60">
                <a:solidFill>
                  <a:srgbClr val="040D9A"/>
                </a:solidFill>
                <a:latin typeface="Lucida Sans Unicode"/>
                <a:cs typeface="Lucida Sans Unicode"/>
              </a:rPr>
              <a:t>Student</a:t>
            </a:r>
            <a:r>
              <a:rPr dirty="0" sz="3100" spc="-190">
                <a:solidFill>
                  <a:srgbClr val="040D9A"/>
                </a:solidFill>
                <a:latin typeface="Lucida Sans Unicode"/>
                <a:cs typeface="Lucida Sans Unicode"/>
              </a:rPr>
              <a:t> </a:t>
            </a:r>
            <a:r>
              <a:rPr dirty="0" sz="3100">
                <a:solidFill>
                  <a:srgbClr val="040D9A"/>
                </a:solidFill>
                <a:latin typeface="Lucida Sans Unicode"/>
                <a:cs typeface="Lucida Sans Unicode"/>
              </a:rPr>
              <a:t>dashboard</a:t>
            </a:r>
            <a:r>
              <a:rPr dirty="0" sz="3100" spc="-190">
                <a:solidFill>
                  <a:srgbClr val="040D9A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-60">
                <a:solidFill>
                  <a:srgbClr val="040D9A"/>
                </a:solidFill>
                <a:latin typeface="Lucida Sans Unicode"/>
                <a:cs typeface="Lucida Sans Unicode"/>
              </a:rPr>
              <a:t>showing</a:t>
            </a:r>
            <a:r>
              <a:rPr dirty="0" sz="3100" spc="-190">
                <a:solidFill>
                  <a:srgbClr val="040D9A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-30">
                <a:solidFill>
                  <a:srgbClr val="040D9A"/>
                </a:solidFill>
                <a:latin typeface="Lucida Sans Unicode"/>
                <a:cs typeface="Lucida Sans Unicode"/>
              </a:rPr>
              <a:t>session</a:t>
            </a:r>
            <a:r>
              <a:rPr dirty="0" sz="3100" spc="-185">
                <a:solidFill>
                  <a:srgbClr val="040D9A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-45">
                <a:solidFill>
                  <a:srgbClr val="040D9A"/>
                </a:solidFill>
                <a:latin typeface="Lucida Sans Unicode"/>
                <a:cs typeface="Lucida Sans Unicode"/>
              </a:rPr>
              <a:t>history,</a:t>
            </a:r>
            <a:r>
              <a:rPr dirty="0" sz="3100" spc="-190">
                <a:solidFill>
                  <a:srgbClr val="040D9A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-40">
                <a:solidFill>
                  <a:srgbClr val="040D9A"/>
                </a:solidFill>
                <a:latin typeface="Lucida Sans Unicode"/>
                <a:cs typeface="Lucida Sans Unicode"/>
              </a:rPr>
              <a:t>upcoming</a:t>
            </a:r>
            <a:r>
              <a:rPr dirty="0" sz="3100" spc="-190">
                <a:solidFill>
                  <a:srgbClr val="040D9A"/>
                </a:solidFill>
                <a:latin typeface="Lucida Sans Unicode"/>
                <a:cs typeface="Lucida Sans Unicode"/>
              </a:rPr>
              <a:t> </a:t>
            </a:r>
            <a:r>
              <a:rPr dirty="0" sz="3100">
                <a:solidFill>
                  <a:srgbClr val="040D9A"/>
                </a:solidFill>
                <a:latin typeface="Lucida Sans Unicode"/>
                <a:cs typeface="Lucida Sans Unicode"/>
              </a:rPr>
              <a:t>practice,</a:t>
            </a:r>
            <a:r>
              <a:rPr dirty="0" sz="3100" spc="-190">
                <a:solidFill>
                  <a:srgbClr val="040D9A"/>
                </a:solidFill>
                <a:latin typeface="Lucida Sans Unicode"/>
                <a:cs typeface="Lucida Sans Unicode"/>
              </a:rPr>
              <a:t> </a:t>
            </a:r>
            <a:r>
              <a:rPr dirty="0" sz="3100">
                <a:solidFill>
                  <a:srgbClr val="040D9A"/>
                </a:solidFill>
                <a:latin typeface="Lucida Sans Unicode"/>
                <a:cs typeface="Lucida Sans Unicode"/>
              </a:rPr>
              <a:t>and</a:t>
            </a:r>
            <a:r>
              <a:rPr dirty="0" sz="3100" spc="-185">
                <a:solidFill>
                  <a:srgbClr val="040D9A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-20">
                <a:solidFill>
                  <a:srgbClr val="040D9A"/>
                </a:solidFill>
                <a:latin typeface="Lucida Sans Unicode"/>
                <a:cs typeface="Lucida Sans Unicode"/>
              </a:rPr>
              <a:t>quick</a:t>
            </a:r>
            <a:endParaRPr sz="31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3100">
                <a:solidFill>
                  <a:srgbClr val="040D9A"/>
                </a:solidFill>
                <a:latin typeface="Lucida Sans Unicode"/>
                <a:cs typeface="Lucida Sans Unicode"/>
              </a:rPr>
              <a:t>start</a:t>
            </a:r>
            <a:r>
              <a:rPr dirty="0" sz="3100" spc="-45">
                <a:solidFill>
                  <a:srgbClr val="040D9A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-10">
                <a:solidFill>
                  <a:srgbClr val="040D9A"/>
                </a:solidFill>
                <a:latin typeface="Lucida Sans Unicode"/>
                <a:cs typeface="Lucida Sans Unicode"/>
              </a:rPr>
              <a:t>options.</a:t>
            </a:r>
            <a:endParaRPr sz="31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3965" y="2315894"/>
            <a:ext cx="571499" cy="5714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17114" y="4059684"/>
            <a:ext cx="9658349" cy="542924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980995" y="2070705"/>
            <a:ext cx="12709525" cy="1989455"/>
          </a:xfrm>
          <a:prstGeom prst="rect"/>
        </p:spPr>
        <p:txBody>
          <a:bodyPr wrap="square" lIns="0" tIns="1536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dirty="0" sz="4450" spc="-150"/>
              <a:t>Resume</a:t>
            </a:r>
            <a:r>
              <a:rPr dirty="0" sz="4450" spc="-245"/>
              <a:t> </a:t>
            </a:r>
            <a:r>
              <a:rPr dirty="0" sz="4450" spc="-65"/>
              <a:t>Upload</a:t>
            </a:r>
            <a:r>
              <a:rPr dirty="0" sz="4450" spc="-265"/>
              <a:t> </a:t>
            </a:r>
            <a:r>
              <a:rPr dirty="0" sz="4450" spc="-35"/>
              <a:t>Screen</a:t>
            </a:r>
            <a:endParaRPr sz="4450"/>
          </a:p>
          <a:p>
            <a:pPr marL="12700" marR="5080">
              <a:lnSpc>
                <a:spcPct val="117100"/>
              </a:lnSpc>
              <a:spcBef>
                <a:spcPts val="155"/>
              </a:spcBef>
            </a:pPr>
            <a:r>
              <a:rPr dirty="0" sz="3150" spc="114">
                <a:latin typeface="Arial MT"/>
                <a:cs typeface="Arial MT"/>
              </a:rPr>
              <a:t>Upload</a:t>
            </a:r>
            <a:r>
              <a:rPr dirty="0" sz="3150" spc="-75">
                <a:latin typeface="Arial MT"/>
                <a:cs typeface="Arial MT"/>
              </a:rPr>
              <a:t> </a:t>
            </a:r>
            <a:r>
              <a:rPr dirty="0" sz="3150" spc="165">
                <a:latin typeface="Arial MT"/>
                <a:cs typeface="Arial MT"/>
              </a:rPr>
              <a:t>interface</a:t>
            </a:r>
            <a:r>
              <a:rPr dirty="0" sz="3150" spc="-70">
                <a:latin typeface="Arial MT"/>
                <a:cs typeface="Arial MT"/>
              </a:rPr>
              <a:t> </a:t>
            </a:r>
            <a:r>
              <a:rPr dirty="0" sz="3150" spc="110">
                <a:latin typeface="Arial MT"/>
                <a:cs typeface="Arial MT"/>
              </a:rPr>
              <a:t>where</a:t>
            </a:r>
            <a:r>
              <a:rPr dirty="0" sz="3150" spc="-75">
                <a:latin typeface="Arial MT"/>
                <a:cs typeface="Arial MT"/>
              </a:rPr>
              <a:t> </a:t>
            </a:r>
            <a:r>
              <a:rPr dirty="0" sz="3150" spc="135">
                <a:latin typeface="Arial MT"/>
                <a:cs typeface="Arial MT"/>
              </a:rPr>
              <a:t>students</a:t>
            </a:r>
            <a:r>
              <a:rPr dirty="0" sz="3150" spc="-70">
                <a:latin typeface="Arial MT"/>
                <a:cs typeface="Arial MT"/>
              </a:rPr>
              <a:t> </a:t>
            </a:r>
            <a:r>
              <a:rPr dirty="0" sz="3150" spc="170">
                <a:latin typeface="Arial MT"/>
                <a:cs typeface="Arial MT"/>
              </a:rPr>
              <a:t>submit</a:t>
            </a:r>
            <a:r>
              <a:rPr dirty="0" sz="3150" spc="-70">
                <a:latin typeface="Arial MT"/>
                <a:cs typeface="Arial MT"/>
              </a:rPr>
              <a:t> </a:t>
            </a:r>
            <a:r>
              <a:rPr dirty="0" sz="3150" spc="190">
                <a:latin typeface="Arial MT"/>
                <a:cs typeface="Arial MT"/>
              </a:rPr>
              <a:t>their</a:t>
            </a:r>
            <a:r>
              <a:rPr dirty="0" sz="3150" spc="-75">
                <a:latin typeface="Arial MT"/>
                <a:cs typeface="Arial MT"/>
              </a:rPr>
              <a:t> </a:t>
            </a:r>
            <a:r>
              <a:rPr dirty="0" sz="3150">
                <a:latin typeface="Arial MT"/>
                <a:cs typeface="Arial MT"/>
              </a:rPr>
              <a:t>CV</a:t>
            </a:r>
            <a:r>
              <a:rPr dirty="0" sz="3150" spc="-70">
                <a:latin typeface="Arial MT"/>
                <a:cs typeface="Arial MT"/>
              </a:rPr>
              <a:t> </a:t>
            </a:r>
            <a:r>
              <a:rPr dirty="0" sz="3150" spc="105">
                <a:latin typeface="Arial MT"/>
                <a:cs typeface="Arial MT"/>
              </a:rPr>
              <a:t>or</a:t>
            </a:r>
            <a:r>
              <a:rPr dirty="0" sz="3150" spc="-70">
                <a:latin typeface="Arial MT"/>
                <a:cs typeface="Arial MT"/>
              </a:rPr>
              <a:t> </a:t>
            </a:r>
            <a:r>
              <a:rPr dirty="0" sz="3150" spc="150">
                <a:latin typeface="Arial MT"/>
                <a:cs typeface="Arial MT"/>
              </a:rPr>
              <a:t>select</a:t>
            </a:r>
            <a:r>
              <a:rPr dirty="0" sz="3150" spc="-75">
                <a:latin typeface="Arial MT"/>
                <a:cs typeface="Arial MT"/>
              </a:rPr>
              <a:t> </a:t>
            </a:r>
            <a:r>
              <a:rPr dirty="0" sz="3150" spc="50">
                <a:latin typeface="Arial MT"/>
                <a:cs typeface="Arial MT"/>
              </a:rPr>
              <a:t>a</a:t>
            </a:r>
            <a:r>
              <a:rPr dirty="0" sz="3150" spc="-70">
                <a:latin typeface="Arial MT"/>
                <a:cs typeface="Arial MT"/>
              </a:rPr>
              <a:t> </a:t>
            </a:r>
            <a:r>
              <a:rPr dirty="0" sz="3150" spc="180">
                <a:latin typeface="Arial MT"/>
                <a:cs typeface="Arial MT"/>
              </a:rPr>
              <a:t>target </a:t>
            </a:r>
            <a:r>
              <a:rPr dirty="0" sz="3150" spc="120">
                <a:latin typeface="Arial MT"/>
                <a:cs typeface="Arial MT"/>
              </a:rPr>
              <a:t>job</a:t>
            </a:r>
            <a:r>
              <a:rPr dirty="0" sz="3150" spc="-75">
                <a:latin typeface="Arial MT"/>
                <a:cs typeface="Arial MT"/>
              </a:rPr>
              <a:t> </a:t>
            </a:r>
            <a:r>
              <a:rPr dirty="0" sz="3150" spc="114">
                <a:latin typeface="Arial MT"/>
                <a:cs typeface="Arial MT"/>
              </a:rPr>
              <a:t>role.</a:t>
            </a:r>
            <a:endParaRPr sz="3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3965" y="2265454"/>
            <a:ext cx="514349" cy="8667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21647" y="4079163"/>
            <a:ext cx="9648824" cy="542924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940340" y="2304257"/>
            <a:ext cx="5795645" cy="7048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50" spc="-95"/>
              <a:t>Live</a:t>
            </a:r>
            <a:r>
              <a:rPr dirty="0" sz="4450" spc="-250"/>
              <a:t> </a:t>
            </a:r>
            <a:r>
              <a:rPr dirty="0" sz="4450" spc="-140"/>
              <a:t>Interview</a:t>
            </a:r>
            <a:r>
              <a:rPr dirty="0" sz="4450" spc="-245"/>
              <a:t> </a:t>
            </a:r>
            <a:r>
              <a:rPr dirty="0" sz="4450" spc="-175"/>
              <a:t>Screen</a:t>
            </a:r>
            <a:endParaRPr sz="4450"/>
          </a:p>
        </p:txBody>
      </p:sp>
      <p:sp>
        <p:nvSpPr>
          <p:cNvPr id="5" name="object 5"/>
          <p:cNvSpPr txBox="1"/>
          <p:nvPr/>
        </p:nvSpPr>
        <p:spPr>
          <a:xfrm>
            <a:off x="1940340" y="2929778"/>
            <a:ext cx="12393930" cy="11493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7100"/>
              </a:lnSpc>
              <a:spcBef>
                <a:spcPts val="95"/>
              </a:spcBef>
            </a:pPr>
            <a:r>
              <a:rPr dirty="0" sz="3150" spc="185">
                <a:solidFill>
                  <a:srgbClr val="040D9A"/>
                </a:solidFill>
                <a:latin typeface="Arial MT"/>
                <a:cs typeface="Arial MT"/>
              </a:rPr>
              <a:t>Real-</a:t>
            </a:r>
            <a:r>
              <a:rPr dirty="0" sz="3150" spc="220">
                <a:solidFill>
                  <a:srgbClr val="040D9A"/>
                </a:solidFill>
                <a:latin typeface="Arial MT"/>
                <a:cs typeface="Arial MT"/>
              </a:rPr>
              <a:t>time</a:t>
            </a:r>
            <a:r>
              <a:rPr dirty="0" sz="3150" spc="-75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175">
                <a:solidFill>
                  <a:srgbClr val="040D9A"/>
                </a:solidFill>
                <a:latin typeface="Arial MT"/>
                <a:cs typeface="Arial MT"/>
              </a:rPr>
              <a:t>simulation</a:t>
            </a:r>
            <a:r>
              <a:rPr dirty="0" sz="3150" spc="-70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165">
                <a:solidFill>
                  <a:srgbClr val="040D9A"/>
                </a:solidFill>
                <a:latin typeface="Arial MT"/>
                <a:cs typeface="Arial MT"/>
              </a:rPr>
              <a:t>interface</a:t>
            </a:r>
            <a:r>
              <a:rPr dirty="0" sz="3150" spc="-70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240">
                <a:solidFill>
                  <a:srgbClr val="040D9A"/>
                </a:solidFill>
                <a:latin typeface="Arial MT"/>
                <a:cs typeface="Arial MT"/>
              </a:rPr>
              <a:t>with</a:t>
            </a:r>
            <a:r>
              <a:rPr dirty="0" sz="3150" spc="-75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490">
                <a:solidFill>
                  <a:srgbClr val="040D9A"/>
                </a:solidFill>
                <a:latin typeface="Arial MT"/>
                <a:cs typeface="Arial MT"/>
              </a:rPr>
              <a:t>AI-</a:t>
            </a:r>
            <a:r>
              <a:rPr dirty="0" sz="3150" spc="110">
                <a:solidFill>
                  <a:srgbClr val="040D9A"/>
                </a:solidFill>
                <a:latin typeface="Arial MT"/>
                <a:cs typeface="Arial MT"/>
              </a:rPr>
              <a:t>generated</a:t>
            </a:r>
            <a:r>
              <a:rPr dirty="0" sz="3150" spc="-70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105">
                <a:solidFill>
                  <a:srgbClr val="040D9A"/>
                </a:solidFill>
                <a:latin typeface="Arial MT"/>
                <a:cs typeface="Arial MT"/>
              </a:rPr>
              <a:t>questions</a:t>
            </a:r>
            <a:r>
              <a:rPr dirty="0" sz="3150" spc="-70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65">
                <a:solidFill>
                  <a:srgbClr val="040D9A"/>
                </a:solidFill>
                <a:latin typeface="Arial MT"/>
                <a:cs typeface="Arial MT"/>
              </a:rPr>
              <a:t>and </a:t>
            </a:r>
            <a:r>
              <a:rPr dirty="0" sz="3150" spc="45">
                <a:solidFill>
                  <a:srgbClr val="040D9A"/>
                </a:solidFill>
                <a:latin typeface="Arial MT"/>
                <a:cs typeface="Arial MT"/>
              </a:rPr>
              <a:t>response</a:t>
            </a:r>
            <a:r>
              <a:rPr dirty="0" sz="3150" spc="-60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165">
                <a:solidFill>
                  <a:srgbClr val="040D9A"/>
                </a:solidFill>
                <a:latin typeface="Arial MT"/>
                <a:cs typeface="Arial MT"/>
              </a:rPr>
              <a:t>input.</a:t>
            </a:r>
            <a:endParaRPr sz="3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3965" y="2358195"/>
            <a:ext cx="733424" cy="8191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15112" y="4043041"/>
            <a:ext cx="9658349" cy="542924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182648" y="2299889"/>
            <a:ext cx="9164955" cy="1315085"/>
          </a:xfrm>
          <a:prstGeom prst="rect"/>
        </p:spPr>
        <p:txBody>
          <a:bodyPr wrap="square" lIns="0" tIns="882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4450" spc="-50"/>
              <a:t>Feedback</a:t>
            </a:r>
            <a:endParaRPr sz="4450"/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3150" spc="55">
                <a:latin typeface="Arial MT"/>
                <a:cs typeface="Arial MT"/>
              </a:rPr>
              <a:t>Feedback</a:t>
            </a:r>
            <a:r>
              <a:rPr dirty="0" sz="3150" spc="-70">
                <a:latin typeface="Arial MT"/>
                <a:cs typeface="Arial MT"/>
              </a:rPr>
              <a:t> </a:t>
            </a:r>
            <a:r>
              <a:rPr dirty="0" sz="3150" spc="100">
                <a:latin typeface="Arial MT"/>
                <a:cs typeface="Arial MT"/>
              </a:rPr>
              <a:t>provided</a:t>
            </a:r>
            <a:r>
              <a:rPr dirty="0" sz="3150" spc="-55">
                <a:latin typeface="Arial MT"/>
                <a:cs typeface="Arial MT"/>
              </a:rPr>
              <a:t> </a:t>
            </a:r>
            <a:r>
              <a:rPr dirty="0" sz="3150" spc="195">
                <a:latin typeface="Arial MT"/>
                <a:cs typeface="Arial MT"/>
              </a:rPr>
              <a:t>after</a:t>
            </a:r>
            <a:r>
              <a:rPr dirty="0" sz="3150" spc="-60">
                <a:latin typeface="Arial MT"/>
                <a:cs typeface="Arial MT"/>
              </a:rPr>
              <a:t> </a:t>
            </a:r>
            <a:r>
              <a:rPr dirty="0" sz="3150" spc="80">
                <a:latin typeface="Arial MT"/>
                <a:cs typeface="Arial MT"/>
              </a:rPr>
              <a:t>each</a:t>
            </a:r>
            <a:r>
              <a:rPr dirty="0" sz="3150" spc="-55">
                <a:latin typeface="Arial MT"/>
                <a:cs typeface="Arial MT"/>
              </a:rPr>
              <a:t> </a:t>
            </a:r>
            <a:r>
              <a:rPr dirty="0" sz="3150" spc="165">
                <a:latin typeface="Arial MT"/>
                <a:cs typeface="Arial MT"/>
              </a:rPr>
              <a:t>interview</a:t>
            </a:r>
            <a:r>
              <a:rPr dirty="0" sz="3150" spc="-55">
                <a:latin typeface="Arial MT"/>
                <a:cs typeface="Arial MT"/>
              </a:rPr>
              <a:t> </a:t>
            </a:r>
            <a:r>
              <a:rPr dirty="0" sz="3150" spc="-10">
                <a:latin typeface="Arial MT"/>
                <a:cs typeface="Arial MT"/>
              </a:rPr>
              <a:t>session.</a:t>
            </a:r>
            <a:endParaRPr sz="3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433955">
              <a:lnSpc>
                <a:spcPct val="100000"/>
              </a:lnSpc>
              <a:spcBef>
                <a:spcPts val="105"/>
              </a:spcBef>
            </a:pPr>
            <a:r>
              <a:rPr dirty="0" spc="-170"/>
              <a:t>Future</a:t>
            </a:r>
            <a:r>
              <a:rPr dirty="0" spc="-560"/>
              <a:t> </a:t>
            </a:r>
            <a:r>
              <a:rPr dirty="0" spc="-445"/>
              <a:t>Scope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8613" y="3173688"/>
            <a:ext cx="161925" cy="1619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8613" y="5183339"/>
            <a:ext cx="161925" cy="1619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764532" y="2917548"/>
            <a:ext cx="11888470" cy="3159125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3150" spc="110" b="1">
                <a:solidFill>
                  <a:srgbClr val="040D9A"/>
                </a:solidFill>
                <a:latin typeface="Trebuchet MS"/>
                <a:cs typeface="Trebuchet MS"/>
              </a:rPr>
              <a:t>Company</a:t>
            </a:r>
            <a:r>
              <a:rPr dirty="0" sz="3150" spc="-155" b="1">
                <a:solidFill>
                  <a:srgbClr val="040D9A"/>
                </a:solidFill>
                <a:latin typeface="Trebuchet MS"/>
                <a:cs typeface="Trebuchet MS"/>
              </a:rPr>
              <a:t> </a:t>
            </a:r>
            <a:r>
              <a:rPr dirty="0" sz="3150" spc="80" b="1">
                <a:solidFill>
                  <a:srgbClr val="040D9A"/>
                </a:solidFill>
                <a:latin typeface="Trebuchet MS"/>
                <a:cs typeface="Trebuchet MS"/>
              </a:rPr>
              <a:t>packs</a:t>
            </a:r>
            <a:endParaRPr sz="3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3150" spc="240">
                <a:solidFill>
                  <a:srgbClr val="040D9A"/>
                </a:solidFill>
                <a:latin typeface="Arial MT"/>
                <a:cs typeface="Arial MT"/>
              </a:rPr>
              <a:t>Interview</a:t>
            </a:r>
            <a:r>
              <a:rPr dirty="0" sz="3150" spc="-75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65">
                <a:solidFill>
                  <a:srgbClr val="040D9A"/>
                </a:solidFill>
                <a:latin typeface="Arial MT"/>
                <a:cs typeface="Arial MT"/>
              </a:rPr>
              <a:t>modes</a:t>
            </a:r>
            <a:r>
              <a:rPr dirty="0" sz="3150" spc="-75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170">
                <a:solidFill>
                  <a:srgbClr val="040D9A"/>
                </a:solidFill>
                <a:latin typeface="Arial MT"/>
                <a:cs typeface="Arial MT"/>
              </a:rPr>
              <a:t>tailored</a:t>
            </a:r>
            <a:r>
              <a:rPr dirty="0" sz="3150" spc="-70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229">
                <a:solidFill>
                  <a:srgbClr val="040D9A"/>
                </a:solidFill>
                <a:latin typeface="Arial MT"/>
                <a:cs typeface="Arial MT"/>
              </a:rPr>
              <a:t>to</a:t>
            </a:r>
            <a:r>
              <a:rPr dirty="0" sz="3150" spc="-75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130">
                <a:solidFill>
                  <a:srgbClr val="040D9A"/>
                </a:solidFill>
                <a:latin typeface="Arial MT"/>
                <a:cs typeface="Arial MT"/>
              </a:rPr>
              <a:t>specific</a:t>
            </a:r>
            <a:r>
              <a:rPr dirty="0" sz="3150" spc="-70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95">
                <a:solidFill>
                  <a:srgbClr val="040D9A"/>
                </a:solidFill>
                <a:latin typeface="Arial MT"/>
                <a:cs typeface="Arial MT"/>
              </a:rPr>
              <a:t>companies</a:t>
            </a:r>
            <a:r>
              <a:rPr dirty="0" sz="3150" spc="-75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120">
                <a:solidFill>
                  <a:srgbClr val="040D9A"/>
                </a:solidFill>
                <a:latin typeface="Arial MT"/>
                <a:cs typeface="Arial MT"/>
              </a:rPr>
              <a:t>amd</a:t>
            </a:r>
            <a:r>
              <a:rPr dirty="0" sz="3150" spc="-75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120">
                <a:solidFill>
                  <a:srgbClr val="040D9A"/>
                </a:solidFill>
                <a:latin typeface="Arial MT"/>
                <a:cs typeface="Arial MT"/>
              </a:rPr>
              <a:t>job</a:t>
            </a:r>
            <a:r>
              <a:rPr dirty="0" sz="3150" spc="-70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95">
                <a:solidFill>
                  <a:srgbClr val="040D9A"/>
                </a:solidFill>
                <a:latin typeface="Arial MT"/>
                <a:cs typeface="Arial MT"/>
              </a:rPr>
              <a:t>roles.</a:t>
            </a:r>
            <a:endParaRPr sz="3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31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3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3150" spc="75" b="1">
                <a:solidFill>
                  <a:srgbClr val="040D9A"/>
                </a:solidFill>
                <a:latin typeface="Trebuchet MS"/>
                <a:cs typeface="Trebuchet MS"/>
              </a:rPr>
              <a:t>Progress</a:t>
            </a:r>
            <a:r>
              <a:rPr dirty="0" sz="3150" spc="-130" b="1">
                <a:solidFill>
                  <a:srgbClr val="040D9A"/>
                </a:solidFill>
                <a:latin typeface="Trebuchet MS"/>
                <a:cs typeface="Trebuchet MS"/>
              </a:rPr>
              <a:t> </a:t>
            </a:r>
            <a:r>
              <a:rPr dirty="0" sz="3150" spc="65" b="1">
                <a:solidFill>
                  <a:srgbClr val="040D9A"/>
                </a:solidFill>
                <a:latin typeface="Trebuchet MS"/>
                <a:cs typeface="Trebuchet MS"/>
              </a:rPr>
              <a:t>analytics</a:t>
            </a:r>
            <a:endParaRPr sz="3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3150" spc="65">
                <a:solidFill>
                  <a:srgbClr val="040D9A"/>
                </a:solidFill>
                <a:latin typeface="Arial MT"/>
                <a:cs typeface="Arial MT"/>
              </a:rPr>
              <a:t>Show</a:t>
            </a:r>
            <a:r>
              <a:rPr dirty="0" sz="3150" spc="-75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125">
                <a:solidFill>
                  <a:srgbClr val="040D9A"/>
                </a:solidFill>
                <a:latin typeface="Arial MT"/>
                <a:cs typeface="Arial MT"/>
              </a:rPr>
              <a:t>trends,</a:t>
            </a:r>
            <a:r>
              <a:rPr dirty="0" sz="3150" spc="-75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120">
                <a:solidFill>
                  <a:srgbClr val="040D9A"/>
                </a:solidFill>
                <a:latin typeface="Arial MT"/>
                <a:cs typeface="Arial MT"/>
              </a:rPr>
              <a:t>weak</a:t>
            </a:r>
            <a:r>
              <a:rPr dirty="0" sz="3150" spc="-75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130">
                <a:solidFill>
                  <a:srgbClr val="040D9A"/>
                </a:solidFill>
                <a:latin typeface="Arial MT"/>
                <a:cs typeface="Arial MT"/>
              </a:rPr>
              <a:t>topics,</a:t>
            </a:r>
            <a:r>
              <a:rPr dirty="0" sz="3150" spc="-75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90">
                <a:solidFill>
                  <a:srgbClr val="040D9A"/>
                </a:solidFill>
                <a:latin typeface="Arial MT"/>
                <a:cs typeface="Arial MT"/>
              </a:rPr>
              <a:t>and</a:t>
            </a:r>
            <a:r>
              <a:rPr dirty="0" sz="3150" spc="-70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110">
                <a:solidFill>
                  <a:srgbClr val="040D9A"/>
                </a:solidFill>
                <a:latin typeface="Arial MT"/>
                <a:cs typeface="Arial MT"/>
              </a:rPr>
              <a:t>repeated</a:t>
            </a:r>
            <a:r>
              <a:rPr dirty="0" sz="3150" spc="-75">
                <a:solidFill>
                  <a:srgbClr val="040D9A"/>
                </a:solidFill>
                <a:latin typeface="Arial MT"/>
                <a:cs typeface="Arial MT"/>
              </a:rPr>
              <a:t> </a:t>
            </a:r>
            <a:r>
              <a:rPr dirty="0" sz="3150" spc="110">
                <a:solidFill>
                  <a:srgbClr val="040D9A"/>
                </a:solidFill>
                <a:latin typeface="Arial MT"/>
                <a:cs typeface="Arial MT"/>
              </a:rPr>
              <a:t>mistakes.</a:t>
            </a:r>
            <a:endParaRPr sz="3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12430" y="602769"/>
            <a:ext cx="9374505" cy="3451860"/>
          </a:xfrm>
          <a:prstGeom prst="rect"/>
        </p:spPr>
        <p:txBody>
          <a:bodyPr wrap="square" lIns="0" tIns="6292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955"/>
              </a:spcBef>
            </a:pPr>
            <a:r>
              <a:rPr dirty="0" sz="12400"/>
              <a:t>THANK</a:t>
            </a:r>
            <a:r>
              <a:rPr dirty="0" sz="12400" spc="-340"/>
              <a:t> </a:t>
            </a:r>
            <a:r>
              <a:rPr dirty="0" sz="12400" spc="-45"/>
              <a:t>YOU</a:t>
            </a:r>
            <a:endParaRPr sz="12400"/>
          </a:p>
          <a:p>
            <a:pPr marL="41910">
              <a:lnSpc>
                <a:spcPct val="100000"/>
              </a:lnSpc>
              <a:spcBef>
                <a:spcPts val="1780"/>
              </a:spcBef>
            </a:pPr>
            <a:r>
              <a:rPr dirty="0" sz="4550"/>
              <a:t>Build</a:t>
            </a:r>
            <a:r>
              <a:rPr dirty="0" sz="4550" spc="-365"/>
              <a:t> </a:t>
            </a:r>
            <a:r>
              <a:rPr dirty="0" sz="4550" spc="-55"/>
              <a:t>by</a:t>
            </a:r>
            <a:r>
              <a:rPr dirty="0" sz="4550" spc="-315"/>
              <a:t> </a:t>
            </a:r>
            <a:r>
              <a:rPr dirty="0" sz="4550" spc="-135"/>
              <a:t>Data</a:t>
            </a:r>
            <a:r>
              <a:rPr dirty="0" sz="4550" spc="-265"/>
              <a:t> </a:t>
            </a:r>
            <a:r>
              <a:rPr dirty="0" sz="4550" spc="-10"/>
              <a:t>Dynamos</a:t>
            </a:r>
            <a:endParaRPr sz="4550"/>
          </a:p>
        </p:txBody>
      </p:sp>
      <p:sp>
        <p:nvSpPr>
          <p:cNvPr id="3" name="object 3"/>
          <p:cNvSpPr txBox="1"/>
          <p:nvPr/>
        </p:nvSpPr>
        <p:spPr>
          <a:xfrm>
            <a:off x="2141642" y="4957147"/>
            <a:ext cx="4977765" cy="39782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599"/>
              </a:lnSpc>
              <a:spcBef>
                <a:spcPts val="95"/>
              </a:spcBef>
            </a:pPr>
            <a:r>
              <a:rPr dirty="0" sz="4450" b="1">
                <a:solidFill>
                  <a:srgbClr val="040D9A"/>
                </a:solidFill>
                <a:latin typeface="Tahoma"/>
                <a:cs typeface="Tahoma"/>
              </a:rPr>
              <a:t>Team</a:t>
            </a:r>
            <a:r>
              <a:rPr dirty="0" sz="4450" spc="235" b="1">
                <a:solidFill>
                  <a:srgbClr val="040D9A"/>
                </a:solidFill>
                <a:latin typeface="Tahoma"/>
                <a:cs typeface="Tahoma"/>
              </a:rPr>
              <a:t> </a:t>
            </a:r>
            <a:r>
              <a:rPr dirty="0" sz="4450" spc="35" b="1">
                <a:solidFill>
                  <a:srgbClr val="040D9A"/>
                </a:solidFill>
                <a:latin typeface="Tahoma"/>
                <a:cs typeface="Tahoma"/>
              </a:rPr>
              <a:t>Members </a:t>
            </a:r>
            <a:r>
              <a:rPr dirty="0" sz="4450" spc="-85">
                <a:solidFill>
                  <a:srgbClr val="040D9A"/>
                </a:solidFill>
                <a:latin typeface="Verdana"/>
                <a:cs typeface="Verdana"/>
              </a:rPr>
              <a:t>Yash</a:t>
            </a:r>
            <a:r>
              <a:rPr dirty="0" sz="4450" spc="-290">
                <a:solidFill>
                  <a:srgbClr val="040D9A"/>
                </a:solidFill>
                <a:latin typeface="Verdana"/>
                <a:cs typeface="Verdana"/>
              </a:rPr>
              <a:t> </a:t>
            </a:r>
            <a:r>
              <a:rPr dirty="0" sz="4450" spc="-75">
                <a:solidFill>
                  <a:srgbClr val="040D9A"/>
                </a:solidFill>
                <a:latin typeface="Verdana"/>
                <a:cs typeface="Verdana"/>
              </a:rPr>
              <a:t>Pratap</a:t>
            </a:r>
            <a:r>
              <a:rPr dirty="0" sz="4450" spc="-285">
                <a:solidFill>
                  <a:srgbClr val="040D9A"/>
                </a:solidFill>
                <a:latin typeface="Verdana"/>
                <a:cs typeface="Verdana"/>
              </a:rPr>
              <a:t> </a:t>
            </a:r>
            <a:r>
              <a:rPr dirty="0" sz="4450" spc="-100">
                <a:solidFill>
                  <a:srgbClr val="040D9A"/>
                </a:solidFill>
                <a:latin typeface="Verdana"/>
                <a:cs typeface="Verdana"/>
              </a:rPr>
              <a:t>Singh </a:t>
            </a:r>
            <a:r>
              <a:rPr dirty="0" sz="4450" spc="-150">
                <a:solidFill>
                  <a:srgbClr val="040D9A"/>
                </a:solidFill>
                <a:latin typeface="Verdana"/>
                <a:cs typeface="Verdana"/>
              </a:rPr>
              <a:t>Varsha</a:t>
            </a:r>
            <a:r>
              <a:rPr dirty="0" sz="4450" spc="-215">
                <a:solidFill>
                  <a:srgbClr val="040D9A"/>
                </a:solidFill>
                <a:latin typeface="Verdana"/>
                <a:cs typeface="Verdana"/>
              </a:rPr>
              <a:t> </a:t>
            </a:r>
            <a:r>
              <a:rPr dirty="0" sz="4450" spc="-20">
                <a:solidFill>
                  <a:srgbClr val="040D9A"/>
                </a:solidFill>
                <a:latin typeface="Verdana"/>
                <a:cs typeface="Verdana"/>
              </a:rPr>
              <a:t>Rani</a:t>
            </a:r>
            <a:endParaRPr sz="4450">
              <a:latin typeface="Verdana"/>
              <a:cs typeface="Verdana"/>
            </a:endParaRPr>
          </a:p>
          <a:p>
            <a:pPr marL="12700" marR="685165">
              <a:lnSpc>
                <a:spcPts val="6230"/>
              </a:lnSpc>
              <a:spcBef>
                <a:spcPts val="150"/>
              </a:spcBef>
            </a:pPr>
            <a:r>
              <a:rPr dirty="0" sz="4450">
                <a:solidFill>
                  <a:srgbClr val="040D9A"/>
                </a:solidFill>
                <a:latin typeface="Verdana"/>
                <a:cs typeface="Verdana"/>
              </a:rPr>
              <a:t>Vidhi</a:t>
            </a:r>
            <a:r>
              <a:rPr dirty="0" sz="4450" spc="-225">
                <a:solidFill>
                  <a:srgbClr val="040D9A"/>
                </a:solidFill>
                <a:latin typeface="Verdana"/>
                <a:cs typeface="Verdana"/>
              </a:rPr>
              <a:t> </a:t>
            </a:r>
            <a:r>
              <a:rPr dirty="0" sz="4450" spc="-140">
                <a:solidFill>
                  <a:srgbClr val="040D9A"/>
                </a:solidFill>
                <a:latin typeface="Verdana"/>
                <a:cs typeface="Verdana"/>
              </a:rPr>
              <a:t>Upadhyay </a:t>
            </a:r>
            <a:r>
              <a:rPr dirty="0" sz="4450" spc="-114">
                <a:solidFill>
                  <a:srgbClr val="040D9A"/>
                </a:solidFill>
                <a:latin typeface="Verdana"/>
                <a:cs typeface="Verdana"/>
              </a:rPr>
              <a:t>Ravi</a:t>
            </a:r>
            <a:r>
              <a:rPr dirty="0" sz="4450" spc="-250">
                <a:solidFill>
                  <a:srgbClr val="040D9A"/>
                </a:solidFill>
                <a:latin typeface="Verdana"/>
                <a:cs typeface="Verdana"/>
              </a:rPr>
              <a:t> </a:t>
            </a:r>
            <a:r>
              <a:rPr dirty="0" sz="4450" spc="-10">
                <a:solidFill>
                  <a:srgbClr val="040D9A"/>
                </a:solidFill>
                <a:latin typeface="Verdana"/>
                <a:cs typeface="Verdana"/>
              </a:rPr>
              <a:t>Prakash</a:t>
            </a:r>
            <a:endParaRPr sz="44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Vidhi Upadhyay</dc:creator>
  <cp:keywords>DAHIzlJODAg,BAG5BKQmDTQ,0</cp:keywords>
  <dc:title>AI-Powered Mock Interview System</dc:title>
  <dcterms:created xsi:type="dcterms:W3CDTF">2026-05-07T04:00:48Z</dcterms:created>
  <dcterms:modified xsi:type="dcterms:W3CDTF">2026-05-07T04:00:48Z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2026-05-07T00:00:00Z</vt:filetime>
  </property>
  <property fmtid="{D5CDD505-2E9C-101B-9397-08002B2CF9AE}" pid="4" name="Creator">
    <vt:lpwstr>Canva</vt:lpwstr>
  </property>
  <property fmtid="{D5CDD505-2E9C-101B-9397-08002B2CF9AE}" pid="5" name="LastSaved">
    <vt:filetime>2026-05-07T00:00:00Z</vt:filetime>
  </property>
  <property fmtid="{D5CDD505-2E9C-101B-9397-08002B2CF9AE}" pid="6" name="Producer">
    <vt:lpwstr>Canva</vt:lpwstr>
  </property>
</Properties>
</file>