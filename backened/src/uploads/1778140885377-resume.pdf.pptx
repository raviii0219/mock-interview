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71" r:id="rId12"/>
    <p:sldId id="270" r:id="rId13"/>
    <p:sldId id="264" r:id="rId14"/>
    <p:sldId id="266" r:id="rId15"/>
    <p:sldId id="265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41" autoAdjust="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E399E-EA46-4D6A-9F3D-767BB9D6AC84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4046A-92DB-4DD1-B905-F80EFA4896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fld id="{EC053B3F-A73A-4415-9EF8-53E719AD5F8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14046A-92DB-4DD1-B905-F80EFA48960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 advTm="3000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8E6E95E5-3763-43B7-8909-B082EB48FD6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58F8F1E5-B22E-42E1-BB89-E9BEFE006C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 advTm="3000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3568" y="692696"/>
            <a:ext cx="7772400" cy="197510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🧩   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Title Slide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/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Title: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Hangman Game</a:t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Subtitle: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A Word Guessing Game</a:t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Presented by  :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Varsha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Rani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(Python / Programming / Mini Project)</a:t>
            </a:r>
            <a:b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69269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                        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Hangman is a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guessing game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Player guesses letters of a hidden word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Wrong guesses reduce available chances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Objective is to guess the word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chances end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🎮    Objective of the Game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700808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improve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skills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To practice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thinking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To make learning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fun and interactive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demonstrate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programming concepts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⚙ Technologies Used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988840"/>
            <a:ext cx="7571184" cy="4353347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Programming Language: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Platform: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Command Line / Terminal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Tools: 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Interpreter</a:t>
            </a:r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🧠      Game Logic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25144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 random word is selected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enters a letter as input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 checks: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If letter is in the word → correct guess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 → chances decrease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Game continues until: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is guessed ✅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Chances become zero ❌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🔄     Flow of the Game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the game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a random word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user input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correctness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guessed letters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Display result (Win / Lose)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332656"/>
            <a:ext cx="7884368" cy="120243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🧾    Code Explanation</a:t>
            </a:r>
            <a:br>
              <a:rPr lang="en-US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       (Overview)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844824"/>
            <a:ext cx="7643192" cy="4281339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list is stored in a variable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 function selects a word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Loop runs until game ends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Conditions check win or loss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is shown to the user</a:t>
            </a:r>
          </a:p>
          <a:p>
            <a:endParaRPr lang="en-US" dirty="0"/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angman.py - Visual Studio Code 06-01-2026 23_29_4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332656"/>
            <a:ext cx="9828584" cy="5160007"/>
          </a:xfrm>
        </p:spPr>
      </p:pic>
    </p:spTree>
  </p:cSld>
  <p:clrMapOvr>
    <a:masterClrMapping/>
  </p:clrMapOvr>
  <p:transition spd="med" advTm="3000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Code    </a:t>
            </a:r>
            <a:endParaRPr lang="en-US" dirty="0"/>
          </a:p>
        </p:txBody>
      </p:sp>
      <p:pic>
        <p:nvPicPr>
          <p:cNvPr id="4" name="Content Placeholder 3" descr="hangman.py - Visual Studio Code 06-01-2026 23_24_45 (1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1" y="1340768"/>
            <a:ext cx="9326751" cy="4896544"/>
          </a:xfrm>
        </p:spPr>
      </p:pic>
    </p:spTree>
  </p:cSld>
  <p:clrMapOvr>
    <a:masterClrMapping/>
  </p:clrMapOvr>
  <p:transition spd="med" advTm="3000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🧪    Sample Output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2348880"/>
            <a:ext cx="7211144" cy="3917032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Shows guessed letters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Displays remaining chances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Shows win or lose message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Wrong answer</a:t>
            </a:r>
            <a:endParaRPr lang="en-US" dirty="0"/>
          </a:p>
        </p:txBody>
      </p:sp>
      <p:pic>
        <p:nvPicPr>
          <p:cNvPr id="4" name="Content Placeholder 3" descr="hangman.py - Visual Studio Code 06-01-2026 23_37_3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295130"/>
            <a:ext cx="10188624" cy="5349027"/>
          </a:xfrm>
        </p:spPr>
      </p:pic>
    </p:spTree>
  </p:cSld>
  <p:clrMapOvr>
    <a:masterClrMapping/>
  </p:clrMapOvr>
  <p:transition spd="med" advTm="3000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answer</a:t>
            </a:r>
            <a:endParaRPr lang="en-US" dirty="0"/>
          </a:p>
        </p:txBody>
      </p:sp>
      <p:pic>
        <p:nvPicPr>
          <p:cNvPr id="4" name="Content Placeholder 3" descr="hangman.py - Visual Studio Code 06-01-2026 23_42_3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772816"/>
            <a:ext cx="9612560" cy="5046594"/>
          </a:xfrm>
        </p:spPr>
      </p:pic>
    </p:spTree>
  </p:cSld>
  <p:clrMapOvr>
    <a:masterClrMapping/>
  </p:clrMapOvr>
  <p:transition spd="med" advTm="3000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🌟    Features of the Game</a:t>
            </a:r>
            <a:b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</a:b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2856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and user-friendly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Interactive input system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win/lose conditions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modify and extend</a:t>
            </a:r>
          </a:p>
          <a:p>
            <a:endParaRPr lang="en-US" dirty="0"/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🚀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 Future Improvements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988840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graphical interface (GUI)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difficulty levels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hints for words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high scores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✅  Conclusion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64904"/>
            <a:ext cx="8229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Hangman game was successfully implemented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Helped understand loops and conditions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Improved Python programming skills</a:t>
            </a:r>
          </a:p>
          <a:p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achieved its objective</a:t>
            </a:r>
          </a:p>
          <a:p>
            <a:endParaRPr lang="en-US" dirty="0"/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🙏      Thank You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212976"/>
            <a:ext cx="8229600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9600" dirty="0" smtClean="0">
                <a:solidFill>
                  <a:schemeClr val="accent3">
                    <a:lumMod val="75000"/>
                  </a:schemeClr>
                </a:solidFill>
              </a:rPr>
              <a:t>Thank You</a:t>
            </a:r>
            <a:endParaRPr lang="en-US" sz="96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 advTm="3000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33</TotalTime>
  <Words>258</Words>
  <Application>Microsoft Office PowerPoint</Application>
  <PresentationFormat>On-screen Show (4:3)</PresentationFormat>
  <Paragraphs>63</Paragraphs>
  <Slides>16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Metro</vt:lpstr>
      <vt:lpstr>🧩    Title Slide   Title: Hangman Game Subtitle: A Word Guessing Game Presented by  : Varsha Rani Subject: (Python / Programming / Mini Project) </vt:lpstr>
      <vt:lpstr>Slide 2</vt:lpstr>
      <vt:lpstr>🎮    Objective of the Game</vt:lpstr>
      <vt:lpstr>⚙ Technologies Used</vt:lpstr>
      <vt:lpstr>🧠      Game Logic</vt:lpstr>
      <vt:lpstr>🔄     Flow of the Game</vt:lpstr>
      <vt:lpstr>🧾    Code Explanation          (Overview)</vt:lpstr>
      <vt:lpstr>Slide 8</vt:lpstr>
      <vt:lpstr>           Code    </vt:lpstr>
      <vt:lpstr>🧪    Sample Output</vt:lpstr>
      <vt:lpstr>Wrong answer</vt:lpstr>
      <vt:lpstr>Right answer</vt:lpstr>
      <vt:lpstr>🌟    Features of the Game </vt:lpstr>
      <vt:lpstr>🚀    Future Improvements</vt:lpstr>
      <vt:lpstr>✅  Conclusion</vt:lpstr>
      <vt:lpstr>🙏      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🧩                * Title *   Title: Hangman Game Subtitle: A Word Guessing Game Presented by  : Varsha Rani   Subject: (Python / Programming / Mini Project)</dc:title>
  <dc:creator>Yash Bundela</dc:creator>
  <cp:lastModifiedBy>Yash Bundela</cp:lastModifiedBy>
  <cp:revision>5</cp:revision>
  <dcterms:created xsi:type="dcterms:W3CDTF">2026-01-06T17:09:22Z</dcterms:created>
  <dcterms:modified xsi:type="dcterms:W3CDTF">2026-01-06T18:22:51Z</dcterms:modified>
</cp:coreProperties>
</file>